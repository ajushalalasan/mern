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image" Target="../media/image-15-2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7.png"/><Relationship Id="rId9" Type="http://schemas.openxmlformats.org/officeDocument/2006/relationships/image" Target="../media/image-15-7.png"/><Relationship Id="rId10" Type="http://schemas.openxmlformats.org/officeDocument/2006/relationships/image" Target="../media/image-15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5A369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822960"/>
            <a:ext cx="3291840" cy="3291840"/>
          </a:xfrm>
          <a:prstGeom prst="ellipse">
            <a:avLst/>
          </a:prstGeom>
          <a:solidFill>
            <a:srgbClr val="764ABC"/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206240"/>
            <a:ext cx="4754880" cy="4754880"/>
          </a:xfrm>
          <a:prstGeom prst="ellipse">
            <a:avLst/>
          </a:prstGeom>
          <a:solidFill>
            <a:srgbClr val="2A1B4D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17320"/>
            <a:ext cx="3072384" cy="292608"/>
          </a:xfrm>
          <a:prstGeom prst="roundRect">
            <a:avLst>
              <a:gd name="adj" fmla="val 50000"/>
            </a:avLst>
          </a:prstGeom>
          <a:solidFill>
            <a:srgbClr val="17C3B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STATE MANAGEMENT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Redux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state container for JavaScript apps —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compares to React's Context API.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548640" cy="5486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0" name="Image 0" descr="/home/claude/redux_deck/icons/database_17C3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503468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20040" y="5504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06040" y="4892040"/>
            <a:ext cx="548640" cy="5486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3" name="Image 1" descr="/home/claude/redux_deck/icons/bolt_17C3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686" y="50346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86000" y="5504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0" y="4892040"/>
            <a:ext cx="548640" cy="548640"/>
          </a:xfrm>
          <a:prstGeom prst="ellipse">
            <a:avLst/>
          </a:prstGeom>
          <a:solidFill>
            <a:srgbClr val="2A1B4D"/>
          </a:solidFill>
          <a:ln/>
        </p:spPr>
      </p:sp>
      <p:pic>
        <p:nvPicPr>
          <p:cNvPr id="16" name="Image 2" descr="/home/claude/redux_deck/icons/sync_17C3B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646" y="50346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51960" y="5504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172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8A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alone only manages state locally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React's built-in state is scoped to a single component.</a:t>
            </a:r>
            <a:endParaRPr lang="en-US" sz="14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apps split UI into many nested components.</a:t>
            </a:r>
            <a:endParaRPr lang="en-US" sz="14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fix — "lift state up" and pass it down via props — works for a level or two.</a:t>
            </a:r>
            <a:endParaRPr lang="en-US" sz="1450" dirty="0"/>
          </a:p>
          <a:p>
            <a:pPr marL="228600" indent="-2286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nesting grows, every intermediate component must forward props it never uses: this is called prop drilling.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766560" y="1600200"/>
            <a:ext cx="4800600" cy="4572000"/>
          </a:xfrm>
          <a:prstGeom prst="roundRect">
            <a:avLst>
              <a:gd name="adj" fmla="val 2000"/>
            </a:avLst>
          </a:prstGeom>
          <a:solidFill>
            <a:srgbClr val="F6F3FC"/>
          </a:solidFill>
          <a:ln w="12700">
            <a:solidFill>
              <a:srgbClr val="E1D6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 DRILLING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81060" y="224028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764AB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81060" y="2240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(state)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66860" y="2743200"/>
            <a:ext cx="0" cy="320040"/>
          </a:xfrm>
          <a:prstGeom prst="line">
            <a:avLst/>
          </a:prstGeom>
          <a:noFill/>
          <a:ln w="25400">
            <a:solidFill>
              <a:srgbClr val="764A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81060" y="30632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9B7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8106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66860" y="3566160"/>
            <a:ext cx="0" cy="320040"/>
          </a:xfrm>
          <a:prstGeom prst="line">
            <a:avLst/>
          </a:prstGeom>
          <a:noFill/>
          <a:ln w="25400">
            <a:solidFill>
              <a:srgbClr val="764A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81060" y="38862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C9B7E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81060" y="3886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66860" y="4389120"/>
            <a:ext cx="0" cy="320040"/>
          </a:xfrm>
          <a:prstGeom prst="line">
            <a:avLst/>
          </a:prstGeom>
          <a:noFill/>
          <a:ln w="25400">
            <a:solidFill>
              <a:srgbClr val="E85D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81060" y="470916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81060" y="4709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UserBadge (uses it)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544068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passed through 3 components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never use the data themselves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STATE MANAGEMENT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Redux?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is a JavaScript library for managing application state in one centralized, predictable store — making state changes easy to track, test, and debug (including time-travel debugging with Redux DevTools).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764ABC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971800"/>
            <a:ext cx="685800" cy="68580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7" name="Image 0" descr="/home/claude/redux_deck/icons/diagram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3150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47472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C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886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app state lives in one store, making it easy to inspect and debug.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6060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764ABC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971800"/>
            <a:ext cx="685800" cy="68580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13" name="Image 1" descr="/home/claude/redux_deck/icons/puzz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468" y="31501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2376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C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709160" y="3886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Read-Only</a:t>
            </a:r>
            <a:endParaRPr lang="en-US" sz="1550" dirty="0"/>
          </a:p>
        </p:txBody>
      </p:sp>
      <p:sp>
        <p:nvSpPr>
          <p:cNvPr id="16" name="Text 12"/>
          <p:cNvSpPr txBox="1"/>
          <p:nvPr/>
        </p:nvSpPr>
        <p:spPr>
          <a:xfrm>
            <a:off x="4709160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change state is to dispatch an action describing what happened.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260604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764ABC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58200" y="2971800"/>
            <a:ext cx="685800" cy="68580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19" name="Image 2" descr="/home/claude/redux_deck/icons/syn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08" y="31501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97280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CD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38862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via Pure Functions</a:t>
            </a:r>
            <a:endParaRPr lang="en-US" sz="1550" dirty="0"/>
          </a:p>
        </p:txBody>
      </p:sp>
      <p:sp>
        <p:nvSpPr>
          <p:cNvPr id="22" name="Text 17"/>
          <p:cNvSpPr txBox="1"/>
          <p:nvPr/>
        </p:nvSpPr>
        <p:spPr>
          <a:xfrm>
            <a:off x="8458200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 are pure functions that take the previous state + action and return the next state.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STATE MANAGEMENT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· PART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core building blocks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DE7F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86000"/>
            <a:ext cx="868680" cy="86868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6" name="Image 0" descr="/home/claude/redux_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697" y="25118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429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397764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single, central place where the entire application state lives.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16552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764ABC"/>
          </a:solidFill>
          <a:ln/>
        </p:spPr>
      </p:sp>
      <p:sp>
        <p:nvSpPr>
          <p:cNvPr id="10" name="Shape 7"/>
          <p:cNvSpPr/>
          <p:nvPr/>
        </p:nvSpPr>
        <p:spPr>
          <a:xfrm>
            <a:off x="4782312" y="228600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redux_deck/icons/bolt_764A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169" y="25118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82312" y="3429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82312" y="397764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object describing what happened — a required type plus an optional payload.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93024" y="182880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EDE7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558784" y="2286000"/>
            <a:ext cx="868680" cy="86868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16" name="Image 2" descr="/home/claude/redux_deck/icons/sync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641" y="25118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58784" y="3429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Reducers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558784" y="397764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functions that take the current state + an action and return the new state.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STATE MANAGEMENT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· PART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it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EDE7F9"/>
          </a:solidFill>
          <a:ln/>
        </p:spPr>
      </p:sp>
      <p:pic>
        <p:nvPicPr>
          <p:cNvPr id="5" name="Image 0" descr="/home/claude/redux_deck/icons/cogs_764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949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556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Creators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755648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build and return an action object with the right type and data — so you never hand-write actions inline.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EDE7F9"/>
          </a:solidFill>
          <a:ln/>
        </p:spPr>
      </p:sp>
      <p:pic>
        <p:nvPicPr>
          <p:cNvPr id="9" name="Image 1" descr="/home/claude/redux_deck/icons/branch_764AB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1" y="30010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8072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807208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store's dispatch(action) function is the only way to trigger a state change; it sends the action to the reducer.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EDE7F9"/>
          </a:solidFill>
          <a:ln/>
        </p:spPr>
      </p:sp>
      <p:pic>
        <p:nvPicPr>
          <p:cNvPr id="13" name="Image 2" descr="/home/claude/redux_deck/icons/desktop_764AB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40526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85876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3858768"/>
            <a:ext cx="6903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store to read state (useSelector) and dispatch actions (useDispatch) — updating automatically on change.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40080" y="2514600"/>
            <a:ext cx="10881360" cy="0"/>
          </a:xfrm>
          <a:prstGeom prst="line">
            <a:avLst/>
          </a:prstGeom>
          <a:noFill/>
          <a:ln w="19050">
            <a:solidFill>
              <a:srgbClr val="EDE7F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10881360" cy="0"/>
          </a:xfrm>
          <a:prstGeom prst="line">
            <a:avLst/>
          </a:prstGeom>
          <a:noFill/>
          <a:ln w="19050">
            <a:solidFill>
              <a:srgbClr val="EDE7F9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STATE MANAGEMENT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· PART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one-way Redux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764AB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834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520440" y="28346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7C3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2834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dispatch(action)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8346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764AB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2834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915400" y="283464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7C3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15400" y="283464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(new state)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834640" y="3291840"/>
            <a:ext cx="640080" cy="0"/>
          </a:xfrm>
          <a:prstGeom prst="line">
            <a:avLst/>
          </a:prstGeom>
          <a:noFill/>
          <a:ln w="25400">
            <a:solidFill>
              <a:srgbClr val="8A7BB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3291840"/>
            <a:ext cx="640080" cy="0"/>
          </a:xfrm>
          <a:prstGeom prst="line">
            <a:avLst/>
          </a:prstGeom>
          <a:noFill/>
          <a:ln w="25400">
            <a:solidFill>
              <a:srgbClr val="8A7B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3291840"/>
            <a:ext cx="640080" cy="0"/>
          </a:xfrm>
          <a:prstGeom prst="line">
            <a:avLst/>
          </a:prstGeom>
          <a:noFill/>
          <a:ln w="25400">
            <a:solidFill>
              <a:srgbClr val="8A7B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898380" y="3749040"/>
            <a:ext cx="0" cy="457200"/>
          </a:xfrm>
          <a:prstGeom prst="line">
            <a:avLst/>
          </a:prstGeom>
          <a:noFill/>
          <a:ln w="25400">
            <a:solidFill>
              <a:srgbClr val="8A7B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05940" y="3749040"/>
            <a:ext cx="0" cy="457200"/>
          </a:xfrm>
          <a:prstGeom prst="line">
            <a:avLst/>
          </a:prstGeom>
          <a:noFill/>
          <a:ln w="25400">
            <a:solidFill>
              <a:srgbClr val="8A7BB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805940" y="4663440"/>
            <a:ext cx="8092440" cy="0"/>
          </a:xfrm>
          <a:prstGeom prst="line">
            <a:avLst/>
          </a:prstGeom>
          <a:noFill/>
          <a:ln w="25400">
            <a:solidFill>
              <a:srgbClr val="8A7B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7731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useSelector re-renders the component with the updated state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always flows in one predictable direction — never bound in two directions — which is what makes Redux state easy to trace and debug.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STATE MANAGEMENT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Redux Toolkit &amp; React Redux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(RTK) is the official, recommended way to write Redux logic today.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bundles configureStore, createSlice, and sensible defaults (like Redux DevTools + Thunk middleware) out of the box.</a:t>
            </a:r>
            <a:endParaRPr lang="en-US" sz="150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react-redux provides the React bindings: &lt;Provider&gt;, useSelector, and useDispatch.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66560" y="1920240"/>
            <a:ext cx="4800600" cy="1371600"/>
          </a:xfrm>
          <a:prstGeom prst="roundRect">
            <a:avLst>
              <a:gd name="adj" fmla="val 6000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949440" y="207568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7" name="Shape 5"/>
          <p:cNvSpPr/>
          <p:nvPr/>
        </p:nvSpPr>
        <p:spPr>
          <a:xfrm>
            <a:off x="7168896" y="207568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8" name="Shape 6"/>
          <p:cNvSpPr/>
          <p:nvPr/>
        </p:nvSpPr>
        <p:spPr>
          <a:xfrm>
            <a:off x="7388352" y="207568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2359152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 @reduxjs/toolkit react-redux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3703320"/>
            <a:ext cx="822960" cy="822960"/>
          </a:xfrm>
          <a:prstGeom prst="ellipse">
            <a:avLst/>
          </a:prstGeom>
          <a:solidFill>
            <a:srgbClr val="EDE7F9"/>
          </a:solidFill>
          <a:ln/>
        </p:spPr>
      </p:sp>
      <p:pic>
        <p:nvPicPr>
          <p:cNvPr id="11" name="Image 0" descr="/home/claude/redux_deck/icons/rocket_764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530" y="3917290"/>
            <a:ext cx="395021" cy="39502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818120" y="37033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is the modern default — plain Redux is still used in legacy codebases, but new projects should reach for the toolkit first.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GETTING STARTED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store, then provide 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the store —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configureStore() takes a reducer and sets up good defaults automatically.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Provide it to React —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&lt;App /&gt; in &lt;Provider store={store}&gt; so every component can access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94436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8" name="Shape 6"/>
          <p:cNvSpPr/>
          <p:nvPr/>
        </p:nvSpPr>
        <p:spPr>
          <a:xfrm>
            <a:off x="1261872" y="294436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27832"/>
            <a:ext cx="49377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store.js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configureStore } from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"@reduxjs/toolkit";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CounterReducer from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"./CounterReducer";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Store = configureStore({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reducer: CounterReducer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788920"/>
            <a:ext cx="5394960" cy="3291840"/>
          </a:xfrm>
          <a:prstGeom prst="roundRect">
            <a:avLst>
              <a:gd name="adj" fmla="val 2500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94436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4536" y="294436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13" name="Shape 11"/>
          <p:cNvSpPr/>
          <p:nvPr/>
        </p:nvSpPr>
        <p:spPr>
          <a:xfrm>
            <a:off x="6793992" y="294436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3227832"/>
            <a:ext cx="49377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index.js / App.js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Provider } from "react-redux";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Store } from "./store";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&lt;Provider store={Store}&gt;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&lt;Counter /&gt;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&lt;/Provider&gt;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GETTING STARTED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and updating state with hooks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66360" cy="3931920"/>
          </a:xfrm>
          <a:prstGeom prst="roundRect">
            <a:avLst>
              <a:gd name="adj" fmla="val 2326"/>
            </a:avLst>
          </a:prstGeom>
          <a:solidFill>
            <a:srgbClr val="EDE7F9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6" name="Image 0" descr="/home/claude/redux_deck/icons/desk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useSelector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1089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value out of the store. The component re-renders automatically whenever that value changes.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4069080"/>
            <a:ext cx="4526280" cy="1417320"/>
          </a:xfrm>
          <a:prstGeom prst="roundRect">
            <a:avLst>
              <a:gd name="adj" fmla="val 5806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143000" y="422452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11" name="Shape 8"/>
          <p:cNvSpPr/>
          <p:nvPr/>
        </p:nvSpPr>
        <p:spPr>
          <a:xfrm>
            <a:off x="1362456" y="422452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12" name="Shape 9"/>
          <p:cNvSpPr/>
          <p:nvPr/>
        </p:nvSpPr>
        <p:spPr>
          <a:xfrm>
            <a:off x="1581912" y="422452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4507992"/>
            <a:ext cx="4069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 = useSelector(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(state) =&gt; state.count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0760" y="1920240"/>
            <a:ext cx="5166360" cy="3931920"/>
          </a:xfrm>
          <a:prstGeom prst="roundRect">
            <a:avLst>
              <a:gd name="adj" fmla="val 2326"/>
            </a:avLst>
          </a:prstGeom>
          <a:solidFill>
            <a:srgbClr val="764ABC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0" y="2286000"/>
            <a:ext cx="640080" cy="64008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16" name="Image 1" descr="/home/claude/redux_deck/icons/branch_1A113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245242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78040" y="23042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useDispatch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31089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store's dispatch function, so the component can send actions when the user interacts with it.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400800" y="4069080"/>
            <a:ext cx="4526280" cy="1417320"/>
          </a:xfrm>
          <a:prstGeom prst="roundRect">
            <a:avLst>
              <a:gd name="adj" fmla="val 5806"/>
            </a:avLst>
          </a:prstGeom>
          <a:solidFill>
            <a:srgbClr val="251742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83680" y="422452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21" name="Shape 17"/>
          <p:cNvSpPr/>
          <p:nvPr/>
        </p:nvSpPr>
        <p:spPr>
          <a:xfrm>
            <a:off x="6803136" y="422452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22" name="Shape 18"/>
          <p:cNvSpPr/>
          <p:nvPr/>
        </p:nvSpPr>
        <p:spPr>
          <a:xfrm>
            <a:off x="7022592" y="422452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629400" y="4507992"/>
            <a:ext cx="40690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dispatch = useDispatch();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dispatch(increment());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GETTING STARTED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counter — actions &amp; reducer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89280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89280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76272"/>
            <a:ext cx="493776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CounterAction.js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INCREMENT = 'INCREMENT';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DECREMENT = 'DECREMENT';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increment = () =&gt; ({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INCREMENT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decrement = () =&gt; ({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DECREMENT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9280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11" name="Shape 9"/>
          <p:cNvSpPr/>
          <p:nvPr/>
        </p:nvSpPr>
        <p:spPr>
          <a:xfrm>
            <a:off x="6574536" y="189280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793992" y="189280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176272"/>
            <a:ext cx="493776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CounterReducer.js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initialState = { count: 0 };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CounterReducer = 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= initialState, action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(action.type) 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INCREMENT: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count: state.count+1 };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DECREMENT: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{ count: state.count-1 };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state;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CounterReducer;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CODE WALKTHROUGH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 counter — the component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189280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189280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76272"/>
            <a:ext cx="493776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Counter.js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useDispatch, useSelector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'react-redux';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decrement, increment 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'../redux/CounterAction';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 = () =&gt;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dispatch = useDispatch();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count = useSelector(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(state) =&gt; state.count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 /* JSX -&gt; */ 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4343400"/>
          </a:xfrm>
          <a:prstGeom prst="roundRect">
            <a:avLst>
              <a:gd name="adj" fmla="val 1895"/>
            </a:avLst>
          </a:prstGeom>
          <a:solidFill>
            <a:srgbClr val="251742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89280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11" name="Shape 9"/>
          <p:cNvSpPr/>
          <p:nvPr/>
        </p:nvSpPr>
        <p:spPr>
          <a:xfrm>
            <a:off x="6574536" y="189280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12" name="Shape 10"/>
          <p:cNvSpPr/>
          <p:nvPr/>
        </p:nvSpPr>
        <p:spPr>
          <a:xfrm>
            <a:off x="6793992" y="189280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176272"/>
            <a:ext cx="493776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&lt;p&gt;Count: {count}&lt;/p&gt;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dispatch(decrement())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}&gt;Decrement&lt;/button&gt;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onClick={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() =&gt; dispatch(increment())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}&gt;Increment&lt;/button&gt;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CODE WALKTHROUGH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async logic with middleware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 must stay pure — no API calls, no side effects. Middleware sits between dispatch and the reducer to handle async work like data fetching.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DE7F9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926080"/>
            <a:ext cx="640080" cy="64008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7" name="Image 0" descr="/home/claude/redux_deck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30925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Thunk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2062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by default in RTK. Lets action creators return a function instead of an object — perfect for dispatching before/after an async call.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16552" y="26060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DE7F9"/>
          </a:solidFill>
          <a:ln/>
        </p:spPr>
      </p:sp>
      <p:sp>
        <p:nvSpPr>
          <p:cNvPr id="11" name="Shape 8"/>
          <p:cNvSpPr/>
          <p:nvPr/>
        </p:nvSpPr>
        <p:spPr>
          <a:xfrm>
            <a:off x="4736592" y="2926080"/>
            <a:ext cx="640080" cy="64008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12" name="Image 1" descr="/home/claude/redux_deck/icons/sync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30925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36592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createAsyncThunk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736592" y="42062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RTK helper that generates pending / fulfilled / rejected actions automatically for a promise-based request.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93024" y="26060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DE7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513064" y="2926080"/>
            <a:ext cx="640080" cy="64008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17" name="Image 2" descr="/home/claude/redux_deck/icons/diagram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485" y="30925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13064" y="37033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 Query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513064" y="4206240"/>
            <a:ext cx="2880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data-fetching &amp; caching layer built into Redux Toolkit — often removes the need to hand-write loading/error state entirely.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GOING FURTHER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React's Context API?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B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a built-in React feature for passing data through the component tree without manually threading props at every level — no extra library required.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5760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createContext() defines a context object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&lt;Context.Provider value={...}&gt; supplies data to the tree below it</a:t>
            </a:r>
            <a:endParaRPr lang="en-US" sz="135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useContext(Context) reads that value from any nested component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4800600" cy="4206240"/>
          </a:xfrm>
          <a:prstGeom prst="roundRect">
            <a:avLst>
              <a:gd name="adj" fmla="val 1957"/>
            </a:avLst>
          </a:prstGeom>
          <a:solidFill>
            <a:srgbClr val="1E1233"/>
          </a:solidFill>
          <a:ln/>
          <a:effectLst>
            <a:outerShdw sx="100000" sy="100000" kx="0" ky="0" algn="bl" rotWithShape="0" blurRad="101600" dist="38100" dir="5400000">
              <a:srgbClr val="1A113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0" y="1892808"/>
            <a:ext cx="109728" cy="109728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8" name="Shape 6"/>
          <p:cNvSpPr/>
          <p:nvPr/>
        </p:nvSpPr>
        <p:spPr>
          <a:xfrm>
            <a:off x="7168896" y="1892808"/>
            <a:ext cx="109728" cy="109728"/>
          </a:xfrm>
          <a:prstGeom prst="ellipse">
            <a:avLst/>
          </a:prstGeom>
          <a:solidFill>
            <a:srgbClr val="F2C744"/>
          </a:solidFill>
          <a:ln/>
        </p:spPr>
      </p:sp>
      <p:sp>
        <p:nvSpPr>
          <p:cNvPr id="9" name="Shape 7"/>
          <p:cNvSpPr/>
          <p:nvPr/>
        </p:nvSpPr>
        <p:spPr>
          <a:xfrm>
            <a:off x="7388352" y="1892808"/>
            <a:ext cx="109728" cy="109728"/>
          </a:xfrm>
          <a:prstGeom prst="ellipse">
            <a:avLst/>
          </a:prstGeom>
          <a:solidFill>
            <a:srgbClr val="17C3B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2176272"/>
            <a:ext cx="434340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ThemeContext.js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ThemeContext =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createContext('light');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&lt;ThemeContext.Provider value="dark"&gt;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&lt;Toolbar /&gt;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&lt;/ThemeContext.Provider&gt;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Toolbar() 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theme = useContext(ThemeContext);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 className={theme}&gt;...&lt;/div&gt;;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VS CONTEXT API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955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Redux vs. Context API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A11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017520" y="1600200"/>
            <a:ext cx="4343400" cy="502920"/>
          </a:xfrm>
          <a:prstGeom prst="rect">
            <a:avLst/>
          </a:prstGeom>
          <a:solidFill>
            <a:srgbClr val="764ABC"/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1600200"/>
            <a:ext cx="4343400" cy="502920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1600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60920" y="1600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10972800" cy="603504"/>
          </a:xfrm>
          <a:prstGeom prst="rect">
            <a:avLst/>
          </a:prstGeom>
          <a:solidFill>
            <a:srgbClr val="F6F3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1031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purpose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10312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 with tooling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10312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/ avoiding prop drilling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7066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270662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library (@reduxjs/toolkit, react-redux)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543800" y="270662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React — no install needed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310128"/>
            <a:ext cx="10972800" cy="603504"/>
          </a:xfrm>
          <a:prstGeom prst="rect">
            <a:avLst/>
          </a:prstGeom>
          <a:solidFill>
            <a:srgbClr val="F6F3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3101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logic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0" y="331012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reducers + dispatched actions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31012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you write in the provider (state, functions)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9136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scale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91363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— components re-render only on the exact slice they select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391363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consumer re-renders on any value change unless split/memoized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517136"/>
            <a:ext cx="10972800" cy="603504"/>
          </a:xfrm>
          <a:prstGeom prst="rect">
            <a:avLst/>
          </a:prstGeom>
          <a:solidFill>
            <a:srgbClr val="F6F3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51713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/ time travel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451713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Redux DevTools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4517136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equivalent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12064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handling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200400" y="512064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patterns (Thunk, RTK Query)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543800" y="5120640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wire it up yourself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5724144"/>
            <a:ext cx="10972800" cy="603504"/>
          </a:xfrm>
          <a:prstGeom prst="rect">
            <a:avLst/>
          </a:prstGeom>
          <a:solidFill>
            <a:srgbClr val="F6F3F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7240" y="572414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200400" y="572414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apps, frequently-changing shared state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7543800" y="5724144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infrequently-changing global values (theme, auth user, locale)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17520" y="1600200"/>
            <a:ext cx="0" cy="4727448"/>
          </a:xfrm>
          <a:prstGeom prst="line">
            <a:avLst/>
          </a:prstGeom>
          <a:noFill/>
          <a:ln w="12700">
            <a:solidFill>
              <a:srgbClr val="E1D6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60920" y="1600200"/>
            <a:ext cx="0" cy="4727448"/>
          </a:xfrm>
          <a:prstGeom prst="line">
            <a:avLst/>
          </a:prstGeom>
          <a:noFill/>
          <a:ln w="12700">
            <a:solidFill>
              <a:srgbClr val="E1D6F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VS CONTEXT API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So... which one should you reach for?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1D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594360" cy="594360"/>
          </a:xfrm>
          <a:prstGeom prst="ellipse">
            <a:avLst/>
          </a:prstGeom>
          <a:solidFill>
            <a:srgbClr val="EDE7F9"/>
          </a:solidFill>
          <a:ln/>
        </p:spPr>
      </p:sp>
      <p:pic>
        <p:nvPicPr>
          <p:cNvPr id="6" name="Image 0" descr="/home/claude/redux_deck/icons/share_764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3490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Context API when...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60120" y="3017520"/>
            <a:ext cx="329184" cy="329184"/>
          </a:xfrm>
          <a:prstGeom prst="ellipse">
            <a:avLst/>
          </a:prstGeom>
          <a:solidFill>
            <a:srgbClr val="D7F5F0"/>
          </a:solidFill>
          <a:ln/>
        </p:spPr>
      </p:sp>
      <p:pic>
        <p:nvPicPr>
          <p:cNvPr id="9" name="Image 1" descr="/home/claude/redux_deck/icons/check_0E8C7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08" y="3103108"/>
            <a:ext cx="158008" cy="1580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6265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simple and changes rarely (theme, locale, logged-in user)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60120" y="3730752"/>
            <a:ext cx="329184" cy="329184"/>
          </a:xfrm>
          <a:prstGeom prst="ellipse">
            <a:avLst/>
          </a:prstGeom>
          <a:solidFill>
            <a:srgbClr val="D7F5F0"/>
          </a:solidFill>
          <a:ln/>
        </p:spPr>
      </p:sp>
      <p:pic>
        <p:nvPicPr>
          <p:cNvPr id="12" name="Image 2" descr="/home/claude/redux_deck/icons/check_0E8C7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08" y="3816340"/>
            <a:ext cx="158008" cy="1580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6758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zero extra dependencies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960120" y="4443984"/>
            <a:ext cx="329184" cy="329184"/>
          </a:xfrm>
          <a:prstGeom prst="ellipse">
            <a:avLst/>
          </a:prstGeom>
          <a:solidFill>
            <a:srgbClr val="D7F5F0"/>
          </a:solidFill>
          <a:ln/>
        </p:spPr>
      </p:sp>
      <p:pic>
        <p:nvPicPr>
          <p:cNvPr id="15" name="Image 3" descr="/home/claude/redux_deck/icons/check_0E8C7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708" y="4529572"/>
            <a:ext cx="158008" cy="1580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43891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few components actually need the value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960120" y="5157216"/>
            <a:ext cx="329184" cy="329184"/>
          </a:xfrm>
          <a:prstGeom prst="ellipse">
            <a:avLst/>
          </a:prstGeom>
          <a:solidFill>
            <a:srgbClr val="D7F5F0"/>
          </a:solidFill>
          <a:ln/>
        </p:spPr>
      </p:sp>
      <p:pic>
        <p:nvPicPr>
          <p:cNvPr id="18" name="Image 4" descr="/home/claude/redux_deck/icons/check_0E8C7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708" y="5242804"/>
            <a:ext cx="158008" cy="1580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10235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time-travel debugging or middleware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080760" y="187452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764ABC"/>
          </a:solidFill>
          <a:ln/>
        </p:spPr>
      </p:sp>
      <p:sp>
        <p:nvSpPr>
          <p:cNvPr id="21" name="Shape 14"/>
          <p:cNvSpPr/>
          <p:nvPr/>
        </p:nvSpPr>
        <p:spPr>
          <a:xfrm>
            <a:off x="6400800" y="2194560"/>
            <a:ext cx="594360" cy="594360"/>
          </a:xfrm>
          <a:prstGeom prst="ellipse">
            <a:avLst/>
          </a:prstGeom>
          <a:solidFill>
            <a:srgbClr val="17C3B2"/>
          </a:solidFill>
          <a:ln/>
        </p:spPr>
      </p:sp>
      <p:pic>
        <p:nvPicPr>
          <p:cNvPr id="22" name="Image 5" descr="/home/claude/redux_deck/icons/database_1A113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5334" y="2349094"/>
            <a:ext cx="285293" cy="28529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804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Redux when...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6400800" y="3017520"/>
            <a:ext cx="329184" cy="329184"/>
          </a:xfrm>
          <a:prstGeom prst="ellipse">
            <a:avLst/>
          </a:prstGeom>
          <a:solidFill>
            <a:srgbClr val="5A3696"/>
          </a:solidFill>
          <a:ln/>
        </p:spPr>
      </p:sp>
      <p:pic>
        <p:nvPicPr>
          <p:cNvPr id="25" name="Image 6" descr="/home/claude/redux_deck/icons/check_17C3B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388" y="3103108"/>
            <a:ext cx="158008" cy="158008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858000" y="2962656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large, complex, or shared across many features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400800" y="3730752"/>
            <a:ext cx="329184" cy="329184"/>
          </a:xfrm>
          <a:prstGeom prst="ellipse">
            <a:avLst/>
          </a:prstGeom>
          <a:solidFill>
            <a:srgbClr val="5A3696"/>
          </a:solidFill>
          <a:ln/>
        </p:spPr>
      </p:sp>
      <p:pic>
        <p:nvPicPr>
          <p:cNvPr id="28" name="Image 7" descr="/home/claude/redux_deck/icons/check_17C3B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388" y="3816340"/>
            <a:ext cx="158008" cy="158008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858000" y="3675888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 frequently — performance matters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6400800" y="4443984"/>
            <a:ext cx="329184" cy="329184"/>
          </a:xfrm>
          <a:prstGeom prst="ellipse">
            <a:avLst/>
          </a:prstGeom>
          <a:solidFill>
            <a:srgbClr val="5A3696"/>
          </a:solidFill>
          <a:ln/>
        </p:spPr>
      </p:sp>
      <p:pic>
        <p:nvPicPr>
          <p:cNvPr id="31" name="Image 8" descr="/home/claude/redux_deck/icons/check_17C3B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388" y="4529572"/>
            <a:ext cx="158008" cy="158008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858000" y="438912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predictable debugging &amp; DevTools/time travel</a:t>
            </a:r>
            <a:endParaRPr lang="en-US" sz="1150" dirty="0"/>
          </a:p>
        </p:txBody>
      </p:sp>
      <p:sp>
        <p:nvSpPr>
          <p:cNvPr id="33" name="Shape 22"/>
          <p:cNvSpPr/>
          <p:nvPr/>
        </p:nvSpPr>
        <p:spPr>
          <a:xfrm>
            <a:off x="6400800" y="5157216"/>
            <a:ext cx="329184" cy="329184"/>
          </a:xfrm>
          <a:prstGeom prst="ellipse">
            <a:avLst/>
          </a:prstGeom>
          <a:solidFill>
            <a:srgbClr val="5A3696"/>
          </a:solidFill>
          <a:ln/>
        </p:spPr>
      </p:sp>
      <p:pic>
        <p:nvPicPr>
          <p:cNvPr id="34" name="Image 9" descr="/home/claude/redux_deck/icons/check_17C3B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388" y="5242804"/>
            <a:ext cx="158008" cy="15800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8000" y="5102352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1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consistent patterns for async data fetching</a:t>
            </a:r>
            <a:endParaRPr lang="en-US" sz="1150" dirty="0"/>
          </a:p>
        </p:txBody>
      </p:sp>
      <p:sp>
        <p:nvSpPr>
          <p:cNvPr id="36" name="Text 24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VS CONTEXT API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764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9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Redux and Context can coexist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 apps use both. It's rarely all-or-nothing: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EDE7F9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834640"/>
            <a:ext cx="685800" cy="68580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7" name="Image 0" descr="/home/claude/redux_deck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30129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7490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for shared, evolving data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43484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contents, fetched API data, form/workflow state that many features read and write.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80760" y="246888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EDE7F9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834640"/>
            <a:ext cx="685800" cy="685800"/>
          </a:xfrm>
          <a:prstGeom prst="ellipse">
            <a:avLst/>
          </a:prstGeom>
          <a:solidFill>
            <a:srgbClr val="764ABC"/>
          </a:solidFill>
          <a:ln/>
        </p:spPr>
      </p:sp>
      <p:pic>
        <p:nvPicPr>
          <p:cNvPr id="12" name="Image 1" descr="/home/claude/redux_deck/icons/sha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30129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0800" y="37490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419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for stable, low-frequency values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443484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current language, authenticated user object — set once, rarely change.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VS CONTEXT API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1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94560"/>
            <a:ext cx="5486400" cy="5486400"/>
          </a:xfrm>
          <a:prstGeom prst="ellipse">
            <a:avLst/>
          </a:prstGeom>
          <a:solidFill>
            <a:srgbClr val="5A369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4937760" cy="4937760"/>
          </a:xfrm>
          <a:prstGeom prst="ellipse">
            <a:avLst/>
          </a:prstGeom>
          <a:solidFill>
            <a:srgbClr val="2A1B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7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10515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centralizes app state in one store, updated only through pure-function reducers responding to dispatched actions.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Toolkit (configureStore, createSlice, useSelector/useDispatch) is the modern, recommended way to write it.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is React's built-in tool for avoiding prop drilling with simple, low-frequency shared values.</a:t>
            </a:r>
            <a:endParaRPr lang="en-US" sz="1600" dirty="0"/>
          </a:p>
          <a:p>
            <a:pPr marL="228600" indent="-2286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Redux for large, fast-changing shared state; choose Context for small, stable values — or use both together.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· SUMMARY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A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2026-09-05T12:14:15Z</dcterms:created>
  <dcterms:modified xsi:type="dcterms:W3CDTF">2026-09-05T12:14:15Z</dcterms:modified>
</cp:coreProperties>
</file>