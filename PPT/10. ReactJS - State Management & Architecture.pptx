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4572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E5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Architecture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tools, and a decision framework for building apps that scale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61DA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front-end teams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stops from first principles to a working decision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745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management matters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317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that show up as apps grow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85623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8745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state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23317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global, server, and URL 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4107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429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patterns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8620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useReducer, and lifting state 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37960" y="34107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429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its limits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88620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built-in tools stop scaling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49651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983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server-state tools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5440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Toolkit, Zustand, Jotai, React Query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37960" y="49651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983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decision framework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5440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and choosing the right tool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State Management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7218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075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threads through components that never use it, just to reach a distant child.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2374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5915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UI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show different views of what should be the same piece of state.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7530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4107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updates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pattern, it's hard to trace what changed state and why.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62686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46227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refactors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Tangled state coupling makes moving or reusing components risky.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1554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21488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42B3E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148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95160" y="2697480"/>
            <a:ext cx="0" cy="201168"/>
          </a:xfrm>
          <a:prstGeom prst="line">
            <a:avLst/>
          </a:prstGeom>
          <a:noFill/>
          <a:ln w="19050">
            <a:solidFill>
              <a:srgbClr val="4A64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87768" y="2898648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42B3E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24928" y="28986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62088" y="3447288"/>
            <a:ext cx="0" cy="201168"/>
          </a:xfrm>
          <a:prstGeom prst="line">
            <a:avLst/>
          </a:prstGeom>
          <a:noFill/>
          <a:ln w="19050">
            <a:solidFill>
              <a:srgbClr val="4A64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54696" y="3648456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42B3E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91856" y="364845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29016" y="4197096"/>
            <a:ext cx="0" cy="201168"/>
          </a:xfrm>
          <a:prstGeom prst="line">
            <a:avLst/>
          </a:prstGeom>
          <a:noFill/>
          <a:ln w="19050">
            <a:solidFill>
              <a:srgbClr val="4A64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21624" y="4398264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58784" y="439826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UserMenu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UserMenu needs the data — every step in between just forwards it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Categories of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category first makes the tooling choice much easier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2103120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847088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UI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0428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states, form inputs, hover flags — owned and used by one component.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246120"/>
            <a:ext cx="470916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2461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645920"/>
            <a:ext cx="73152" cy="2103120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1847088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 State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30428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auth session, feature flags — needed across unrelated parts of the tree.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3246120"/>
            <a:ext cx="470916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32461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/ Zustand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23360"/>
            <a:ext cx="73152" cy="2103120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224528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Cache State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68172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fetched from an API: needs caching, revalidation, loading &amp; error states.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5623560"/>
            <a:ext cx="470916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623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Query / SWR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023360"/>
            <a:ext cx="73152" cy="2103120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4224528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State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68172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pagination, selected tab — state that should be shareable and bookmarkable.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5623560"/>
            <a:ext cx="470916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5623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/ search params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State: useState vs. useReducer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inside a single component — the difference is how the update logic is organized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useState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585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values, simple transitions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6517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[open, setOpen]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useState(false);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822192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6758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 handful of unrelated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4535424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43891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logic lives at the call site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5248656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51023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 for simple toggles/inputs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useReducer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2585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values, complex transitions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65176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26517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[state, dispatch]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useReducer(reducer, init);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3822192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6758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updates depend on prior state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4535424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43891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transition logic in one place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5248656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51023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cleanly as action types grow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Lifting State Up &amp; the Context 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state to the closest common ancestor, then use Context to skip the in-between props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0" y="169164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4632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 (state)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2286000"/>
            <a:ext cx="-3108960" cy="502920"/>
          </a:xfrm>
          <a:prstGeom prst="line">
            <a:avLst/>
          </a:prstGeom>
          <a:noFill/>
          <a:ln w="19050">
            <a:solidFill>
              <a:srgbClr val="AEC3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2286000"/>
            <a:ext cx="0" cy="502920"/>
          </a:xfrm>
          <a:prstGeom prst="line">
            <a:avLst/>
          </a:prstGeom>
          <a:noFill/>
          <a:ln w="19050">
            <a:solidFill>
              <a:srgbClr val="AEC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2286000"/>
            <a:ext cx="3108960" cy="502920"/>
          </a:xfrm>
          <a:prstGeom prst="line">
            <a:avLst/>
          </a:prstGeom>
          <a:noFill/>
          <a:ln w="19050">
            <a:solidFill>
              <a:srgbClr val="AEC3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291840"/>
            <a:ext cx="0" cy="502920"/>
          </a:xfrm>
          <a:prstGeom prst="line">
            <a:avLst/>
          </a:prstGeom>
          <a:noFill/>
          <a:ln w="19050">
            <a:solidFill>
              <a:srgbClr val="AEC3D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74920" y="379476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61D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74920" y="3794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ThemeToggle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useContext()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context directly — no props passed through Sidebar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179222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1600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state to the nearest shared parent when 2–3 siblings need 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20954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0175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Context when many components at different depths need read access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626864"/>
            <a:ext cx="109728" cy="109728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4348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for low-frequency updates — theme, auth, locale, not fast-changing data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Context Isn't Enough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solves prop drilling — it was never designed to solve performance or state logic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7672"/>
            <a:ext cx="457200" cy="45720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consumer re-renders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7744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the context value re-renders all components that read it, even for unrelated fields.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47672"/>
            <a:ext cx="457200" cy="45720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20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selectors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7744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subscribe to just one slice of the value — memoization has to be done by hand.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605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frequent updates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177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theme or auth; a poor fit for state that changes on every keystroke or tick.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187952"/>
            <a:ext cx="457200" cy="45720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1605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 tooling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6177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time-travel debugging, action log, or middleware — harder to trace how state changed.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State Library Landscape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philosophies for the same job — pick based on team size, scale, and how explicit you want updates to be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1554480"/>
                <a:gridCol w="393192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Philosophy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Redux Toolkit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store, explicit actions &amp; reducers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teams, strict data flow, rich dev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store via a hook, no providers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Small–mid apps that want simplicity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Jotai / Recoil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Atomic, bottom-up state 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state with many independent pieces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 state, automatic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comfortable with implicit reactivity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Unidirectional Data Flow Pattern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Toolkit, Zustand, and most state libraries follow the same core loop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142B3E"/>
          </a:solidFill>
          <a:ln w="19050">
            <a:solidFill>
              <a:srgbClr val="2A43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944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renders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55448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142B3E"/>
          </a:solidFill>
          <a:ln w="19050">
            <a:solidFill>
              <a:srgbClr val="2A43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1664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dispatch(event)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283464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142B3E"/>
          </a:solidFill>
          <a:ln w="19050">
            <a:solidFill>
              <a:srgbClr val="2A43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2944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computes next state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411480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61DAFB"/>
          </a:solidFill>
          <a:ln w="19050">
            <a:solidFill>
              <a:srgbClr val="61DA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0520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holds new state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2743200"/>
            <a:ext cx="1828800" cy="-91440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2057400"/>
            <a:ext cx="960120" cy="77724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3840480"/>
            <a:ext cx="-960120" cy="45720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14800" y="4617720"/>
            <a:ext cx="-1828800" cy="-86868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dispatches an action  →  a reducer computes the next state  →  the store updates  →  subscribed views re-render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State: React Query &amp; SWR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data isn't really "state you own" — it's a cache of something that lives elsewhere and can go stale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treat it separately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395728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2402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asynchronous by nature — needs loading &amp; error states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264408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3108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shared and out of date across components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4133088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977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benefits from caching instead of refetching every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5001768"/>
            <a:ext cx="91440" cy="91440"/>
          </a:xfrm>
          <a:prstGeom prst="ellipse">
            <a:avLst/>
          </a:prstGeom>
          <a:solidFill>
            <a:srgbClr val="2E5A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8463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revalidation when it might have changed remotely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64592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0D1B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React Query / SWR give you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by key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426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requests share one cached result across components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200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refetch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51129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is shown instantly, then quietly refreshed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retries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37997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requests retry with backoff without extra 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dedupe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24865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identical calls collapse into one network request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State Around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state with the feature that owns it instead of one global by-type folder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1F3F5"/>
          </a:solidFill>
          <a:ln w="12700">
            <a:solidFill>
              <a:srgbClr val="D8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type  ·  harder to scale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3172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/reducers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cartReducer.js, userReducer.js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/actions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cartActions.js, userActions.js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/components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Cart.jsx, Profile.jsx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feature  ·  scales with the app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3317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/features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/cart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cartSlice.js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Cart.jsx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useCart.js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/profile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profileSlice.js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Profile.jsx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Decision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 in order before reaching for a library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only one component use this state?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1600200"/>
            <a:ext cx="5029200" cy="731520"/>
          </a:xfrm>
          <a:prstGeom prst="roundRect">
            <a:avLst>
              <a:gd name="adj" fmla="val 8750"/>
            </a:avLst>
          </a:prstGeom>
          <a:solidFill>
            <a:srgbClr val="2E5A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1600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useState / useReducer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79192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679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631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shared by a few nearby components?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496312"/>
            <a:ext cx="5029200" cy="731520"/>
          </a:xfrm>
          <a:prstGeom prst="roundRect">
            <a:avLst>
              <a:gd name="adj" fmla="val 8750"/>
            </a:avLst>
          </a:prstGeom>
          <a:solidFill>
            <a:srgbClr val="2E5A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249631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Lift state up to their common parent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75304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92424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many distant components need it, rarely updated?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392424"/>
            <a:ext cx="5029200" cy="731520"/>
          </a:xfrm>
          <a:prstGeom prst="roundRect">
            <a:avLst>
              <a:gd name="adj" fmla="val 8750"/>
            </a:avLst>
          </a:prstGeom>
          <a:solidFill>
            <a:srgbClr val="2E5A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339242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React Context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288536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471416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288536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come from a server / API?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288536"/>
            <a:ext cx="5029200" cy="731520"/>
          </a:xfrm>
          <a:prstGeom prst="roundRect">
            <a:avLst>
              <a:gd name="adj" fmla="val 8750"/>
            </a:avLst>
          </a:prstGeom>
          <a:solidFill>
            <a:srgbClr val="2E5A6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428853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React Query or SWR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184648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367528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367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1846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complex client state shared app-wide?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5184648"/>
            <a:ext cx="5029200" cy="731520"/>
          </a:xfrm>
          <a:prstGeom prst="roundRect">
            <a:avLst>
              <a:gd name="adj" fmla="val 8750"/>
            </a:avLst>
          </a:prstGeom>
          <a:solidFill>
            <a:srgbClr val="2E5A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518464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Zustand, Redux Toolkit, or Jotai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 &amp; Architecture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3657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2E5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93976"/>
            <a:ext cx="420624" cy="42062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93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category of state first — local, global, server, or URL — before picking a 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898648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118104"/>
            <a:ext cx="420624" cy="42062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18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898648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 simplest option that solves the problem: useState before Context, Context before a library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922776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142232"/>
            <a:ext cx="420624" cy="42062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142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922776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server data as a cache, not client state — let React Query or SWR own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946904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42B3E"/>
          </a:solidFill>
          <a:ln w="12700">
            <a:solidFill>
              <a:srgbClr val="2342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166360"/>
            <a:ext cx="420624" cy="42062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166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946904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state by feature so the codebase scales the way the app does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2026-09-07T10:30:54Z</dcterms:created>
  <dcterms:modified xsi:type="dcterms:W3CDTF">2026-09-07T10:30:54Z</dcterms:modified>
</cp:coreProperties>
</file>