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93" r:id="rId4"/>
    <p:sldId id="295" r:id="rId5"/>
    <p:sldId id="297" r:id="rId6"/>
    <p:sldId id="294" r:id="rId7"/>
    <p:sldId id="296" r:id="rId8"/>
    <p:sldId id="310" r:id="rId9"/>
    <p:sldId id="292" r:id="rId10"/>
    <p:sldId id="302" r:id="rId11"/>
    <p:sldId id="303" r:id="rId12"/>
    <p:sldId id="290" r:id="rId13"/>
    <p:sldId id="313" r:id="rId14"/>
    <p:sldId id="314" r:id="rId15"/>
    <p:sldId id="316" r:id="rId16"/>
    <p:sldId id="315" r:id="rId17"/>
    <p:sldId id="317" r:id="rId18"/>
    <p:sldId id="31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9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4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5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9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5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34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58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2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09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21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84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6751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65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62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32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84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8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1C184CF-20CF-455C-B9B9-1AEE07AFCB1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2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 smtClean="0"/>
              <a:t>Redux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>
                <a:solidFill>
                  <a:schemeClr val="accent1"/>
                </a:solidFill>
              </a:rPr>
              <a:t>state management library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814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As </a:t>
            </a:r>
            <a:r>
              <a:rPr lang="en-US" dirty="0"/>
              <a:t>we learned earlier, React only supports component level state management. </a:t>
            </a:r>
            <a:endParaRPr lang="en-US" dirty="0" smtClean="0"/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In </a:t>
            </a:r>
            <a:r>
              <a:rPr lang="en-US" dirty="0"/>
              <a:t>a big and complex application, large number of components are used. </a:t>
            </a:r>
            <a:endParaRPr lang="en-US" dirty="0" smtClean="0"/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React </a:t>
            </a:r>
            <a:r>
              <a:rPr lang="en-US" dirty="0"/>
              <a:t>recommends to move the state to the top level component and pass the state to the nested component using properties. </a:t>
            </a:r>
            <a:endParaRPr lang="en-US" dirty="0" smtClean="0"/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It </a:t>
            </a:r>
            <a:r>
              <a:rPr lang="en-US" dirty="0"/>
              <a:t>helps to some extent but it becomes complex when the components increases.</a:t>
            </a:r>
          </a:p>
        </p:txBody>
      </p:sp>
    </p:spTree>
    <p:extLst>
      <p:ext uri="{BB962C8B-B14F-4D97-AF65-F5344CB8AC3E}">
        <p14:creationId xmlns:p14="http://schemas.microsoft.com/office/powerpoint/2010/main" val="3024957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US" dirty="0" err="1" smtClean="0"/>
              <a:t>Redux</a:t>
            </a:r>
            <a:r>
              <a:rPr lang="en-US" dirty="0" smtClean="0"/>
              <a:t> is a </a:t>
            </a:r>
            <a:r>
              <a:rPr lang="en-US" b="1" dirty="0" smtClean="0"/>
              <a:t>JavaScript library for managing the state of applications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It provides a way to centralize the state of an application in a single store, making it easier to debug, test and reason about the state changes in the application.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One particularly cool feature of </a:t>
            </a:r>
            <a:r>
              <a:rPr lang="en-US" dirty="0" err="1" smtClean="0"/>
              <a:t>Redux</a:t>
            </a:r>
            <a:r>
              <a:rPr lang="en-US" dirty="0" smtClean="0"/>
              <a:t> is its support for time travel.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With </a:t>
            </a:r>
            <a:r>
              <a:rPr lang="en-US" dirty="0" err="1"/>
              <a:t>R</a:t>
            </a:r>
            <a:r>
              <a:rPr lang="en-US" dirty="0" err="1" smtClean="0"/>
              <a:t>edux</a:t>
            </a:r>
            <a:r>
              <a:rPr lang="en-US" dirty="0" smtClean="0"/>
              <a:t> </a:t>
            </a:r>
            <a:r>
              <a:rPr lang="en-US" dirty="0" err="1" smtClean="0"/>
              <a:t>Devtools</a:t>
            </a:r>
            <a:r>
              <a:rPr lang="en-US" dirty="0" smtClean="0"/>
              <a:t>, developers can inspect the state of their application at any point in time, including past and future states.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This makes it easier to debug and understand the state changes in the application.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16406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act Redux - TA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4" y="1981199"/>
            <a:ext cx="5721351" cy="3432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7038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Clr>
                <a:schemeClr val="accent1"/>
              </a:buClr>
            </a:pPr>
            <a:r>
              <a:rPr lang="en-US" b="1" dirty="0"/>
              <a:t>Store</a:t>
            </a:r>
            <a:r>
              <a:rPr lang="en-US" dirty="0"/>
              <a:t> − The central place to store the state of the application.</a:t>
            </a:r>
          </a:p>
          <a:p>
            <a:pPr>
              <a:lnSpc>
                <a:spcPct val="170000"/>
              </a:lnSpc>
              <a:buClr>
                <a:schemeClr val="accent1"/>
              </a:buClr>
            </a:pPr>
            <a:r>
              <a:rPr lang="en-US" b="1" dirty="0"/>
              <a:t>Actions</a:t>
            </a:r>
            <a:r>
              <a:rPr lang="en-US" dirty="0"/>
              <a:t> − Action is </a:t>
            </a:r>
            <a:r>
              <a:rPr lang="en-US" dirty="0" smtClean="0"/>
              <a:t>a </a:t>
            </a:r>
            <a:r>
              <a:rPr lang="en-US" dirty="0"/>
              <a:t>plain object with the type of the action to be done and the input (called payload) necessary to do the action. </a:t>
            </a:r>
            <a:endParaRPr lang="en-US" dirty="0" smtClean="0"/>
          </a:p>
          <a:p>
            <a:pPr>
              <a:lnSpc>
                <a:spcPct val="170000"/>
              </a:lnSpc>
              <a:buClr>
                <a:schemeClr val="accent1"/>
              </a:buClr>
            </a:pPr>
            <a:r>
              <a:rPr lang="en-US" b="1" dirty="0"/>
              <a:t>Reducers</a:t>
            </a:r>
            <a:r>
              <a:rPr lang="en-US" dirty="0"/>
              <a:t> − Reducers are pure functions used to create a new state based on the existing state and the current action. It returns the newly created state. </a:t>
            </a:r>
          </a:p>
        </p:txBody>
      </p:sp>
    </p:spTree>
    <p:extLst>
      <p:ext uri="{BB962C8B-B14F-4D97-AF65-F5344CB8AC3E}">
        <p14:creationId xmlns:p14="http://schemas.microsoft.com/office/powerpoint/2010/main" val="331405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Clr>
                <a:schemeClr val="accent1"/>
              </a:buClr>
            </a:pPr>
            <a:r>
              <a:rPr lang="en-US" b="1" dirty="0"/>
              <a:t>Action creators</a:t>
            </a:r>
            <a:r>
              <a:rPr lang="en-US" dirty="0"/>
              <a:t> − Action creator creates an action with proper action type and data necessary for the action and returns the action.</a:t>
            </a:r>
          </a:p>
          <a:p>
            <a:pPr>
              <a:lnSpc>
                <a:spcPct val="170000"/>
              </a:lnSpc>
              <a:buClr>
                <a:schemeClr val="accent1"/>
              </a:buClr>
            </a:pPr>
            <a:r>
              <a:rPr lang="en-US" b="1" dirty="0"/>
              <a:t>Component</a:t>
            </a:r>
            <a:r>
              <a:rPr lang="en-US" dirty="0"/>
              <a:t> − Component can connect to the store to get the current state and dispatch action to the store so that the store executes the action and updates it's current state.</a:t>
            </a:r>
          </a:p>
        </p:txBody>
      </p:sp>
    </p:spTree>
    <p:extLst>
      <p:ext uri="{BB962C8B-B14F-4D97-AF65-F5344CB8AC3E}">
        <p14:creationId xmlns:p14="http://schemas.microsoft.com/office/powerpoint/2010/main" val="159808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's the typical flow of data like in a React with Redux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592" y="1212525"/>
            <a:ext cx="65913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721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dux data flow diagram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422" y="703181"/>
            <a:ext cx="7175240" cy="5381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82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</a:pPr>
            <a:r>
              <a:rPr lang="en-US" dirty="0"/>
              <a:t>Install </a:t>
            </a:r>
            <a:r>
              <a:rPr lang="en-US" dirty="0" err="1"/>
              <a:t>Redux</a:t>
            </a:r>
            <a:r>
              <a:rPr lang="en-US" dirty="0"/>
              <a:t> Toolkit and React </a:t>
            </a:r>
            <a:r>
              <a:rPr lang="en-US" dirty="0" err="1"/>
              <a:t>Redux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495197" y="2873829"/>
            <a:ext cx="5950632" cy="57849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Clr>
                <a:schemeClr val="accent1"/>
              </a:buClr>
              <a:buNone/>
            </a:pP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@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reduxjs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/toolkit react-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redux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59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US" b="1" dirty="0"/>
              <a:t>Create a </a:t>
            </a:r>
            <a:r>
              <a:rPr lang="en-US" b="1" dirty="0" err="1"/>
              <a:t>Redux</a:t>
            </a:r>
            <a:r>
              <a:rPr lang="en-US" b="1" dirty="0"/>
              <a:t> store with </a:t>
            </a:r>
            <a:r>
              <a:rPr lang="en-US" b="1" dirty="0" err="1"/>
              <a:t>configureStore</a:t>
            </a:r>
            <a:endParaRPr lang="en-US" b="1" dirty="0"/>
          </a:p>
          <a:p>
            <a:pPr lvl="1">
              <a:lnSpc>
                <a:spcPct val="150000"/>
              </a:lnSpc>
              <a:buClr>
                <a:schemeClr val="accent1"/>
              </a:buClr>
            </a:pPr>
            <a:r>
              <a:rPr lang="en-US" dirty="0" err="1"/>
              <a:t>configureStore</a:t>
            </a:r>
            <a:r>
              <a:rPr lang="en-US" dirty="0"/>
              <a:t> accepts a reducer function as a named argument</a:t>
            </a:r>
          </a:p>
          <a:p>
            <a:pPr lvl="1">
              <a:lnSpc>
                <a:spcPct val="150000"/>
              </a:lnSpc>
              <a:buClr>
                <a:schemeClr val="accent1"/>
              </a:buClr>
            </a:pPr>
            <a:r>
              <a:rPr lang="en-US" dirty="0" err="1"/>
              <a:t>configureStore</a:t>
            </a:r>
            <a:r>
              <a:rPr lang="en-US" dirty="0"/>
              <a:t> automatically sets up the store with good default settings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US" b="1" dirty="0"/>
              <a:t>Provide the </a:t>
            </a:r>
            <a:r>
              <a:rPr lang="en-US" b="1" dirty="0" err="1"/>
              <a:t>Redux</a:t>
            </a:r>
            <a:r>
              <a:rPr lang="en-US" b="1" dirty="0"/>
              <a:t> store to the React application components</a:t>
            </a:r>
          </a:p>
          <a:p>
            <a:pPr lvl="1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Put a React </a:t>
            </a:r>
            <a:r>
              <a:rPr lang="en-US" dirty="0" err="1"/>
              <a:t>Redux</a:t>
            </a:r>
            <a:r>
              <a:rPr lang="en-US" dirty="0"/>
              <a:t> &lt;Provider&gt; component around your &lt;App /&gt;</a:t>
            </a:r>
          </a:p>
          <a:p>
            <a:pPr lvl="1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Pass the </a:t>
            </a:r>
            <a:r>
              <a:rPr lang="en-US" dirty="0" err="1"/>
              <a:t>Redux</a:t>
            </a:r>
            <a:r>
              <a:rPr lang="en-US" dirty="0"/>
              <a:t> store as &lt;Provider store={store</a:t>
            </a:r>
            <a:r>
              <a:rPr lang="en-US" dirty="0" smtClean="0"/>
              <a:t>}&gt;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92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US" b="1" dirty="0" smtClean="0"/>
              <a:t>Use </a:t>
            </a:r>
            <a:r>
              <a:rPr lang="en-US" b="1" dirty="0"/>
              <a:t>the React </a:t>
            </a:r>
            <a:r>
              <a:rPr lang="en-US" b="1" dirty="0" err="1"/>
              <a:t>Redux</a:t>
            </a:r>
            <a:r>
              <a:rPr lang="en-US" b="1" dirty="0"/>
              <a:t> </a:t>
            </a:r>
            <a:r>
              <a:rPr lang="en-US" b="1" dirty="0" err="1"/>
              <a:t>useSelector</a:t>
            </a:r>
            <a:r>
              <a:rPr lang="en-US" b="1" dirty="0"/>
              <a:t>/</a:t>
            </a:r>
            <a:r>
              <a:rPr lang="en-US" b="1" dirty="0" err="1"/>
              <a:t>useDispatch</a:t>
            </a:r>
            <a:r>
              <a:rPr lang="en-US" b="1" dirty="0"/>
              <a:t> hooks in React components</a:t>
            </a:r>
          </a:p>
          <a:p>
            <a:pPr lvl="1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Read data from the store with the </a:t>
            </a:r>
            <a:r>
              <a:rPr lang="en-US" dirty="0" err="1"/>
              <a:t>useSelector</a:t>
            </a:r>
            <a:r>
              <a:rPr lang="en-US" dirty="0"/>
              <a:t> hook</a:t>
            </a:r>
          </a:p>
          <a:p>
            <a:pPr lvl="1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Get the dispatch function with the </a:t>
            </a:r>
            <a:r>
              <a:rPr lang="en-US" dirty="0" err="1"/>
              <a:t>useDispatch</a:t>
            </a:r>
            <a:r>
              <a:rPr lang="en-US" dirty="0"/>
              <a:t> hook, and dispatch actions as needed</a:t>
            </a:r>
          </a:p>
        </p:txBody>
      </p:sp>
    </p:spTree>
    <p:extLst>
      <p:ext uri="{BB962C8B-B14F-4D97-AF65-F5344CB8AC3E}">
        <p14:creationId xmlns:p14="http://schemas.microsoft.com/office/powerpoint/2010/main" val="283575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a 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Redux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configureStore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from "@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reduxjs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/toolkit";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CounterReducer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"./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CounterReducer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buClr>
                <a:schemeClr val="accent1"/>
              </a:buClr>
              <a:buNone/>
            </a:pP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Store =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configureStore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reducer: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CounterReducer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429286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//Provide the 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Redux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Store to </a:t>
            </a:r>
            <a:r>
              <a:rPr lang="en-US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React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App() {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(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&lt;Provider store={Store}&gt;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&lt;div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="App"&gt;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&lt;Counter /&gt;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&lt;/div&gt;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&lt;/Provider&gt;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 App;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689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//Provide the 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Redux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 </a:t>
            </a:r>
            <a:r>
              <a:rPr lang="en-US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React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INCREMENT = 'INCREMENT'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DECREMENT = 'DECREMENT'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increment = () =&gt; ({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type: INCREMENT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decrement = () =&gt; ({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type: DECREMENT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328763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//Provide the 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Redux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 </a:t>
            </a:r>
            <a:r>
              <a:rPr lang="en-US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React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{ DECREMENT, INCREMENT } from "./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CounterAction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initialState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count: 0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087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CounterReducer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(state =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initialState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action) =&gt; {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switch (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action.type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case INCREMENT: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return { count: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state.count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 }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case DECREMENT: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return { count: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state.count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- 1 }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default: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return state;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default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CounterReducer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62616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React from 'react'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{ decrement, increment } from '../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redux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CounterAction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useDispatch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useSelector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from 'react-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redux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Counter = () =&gt; {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dispatch =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useDispatch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count =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useSelector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((state) =&gt;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state.count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(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379249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Redux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div&gt;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&lt;p&gt;Count: {count}&lt;/p&gt;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&lt;button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={() =&gt; dispatch(decrement())}&gt;Decrement&lt;/button&gt;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&lt;button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={() =&gt; dispatch(increment())}&gt;Increment&lt;/button&gt;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&lt;/div&gt;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)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default Counter;</a:t>
            </a:r>
          </a:p>
        </p:txBody>
      </p:sp>
    </p:spTree>
    <p:extLst>
      <p:ext uri="{BB962C8B-B14F-4D97-AF65-F5344CB8AC3E}">
        <p14:creationId xmlns:p14="http://schemas.microsoft.com/office/powerpoint/2010/main" val="339310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1650</TotalTime>
  <Words>584</Words>
  <Application>Microsoft Office PowerPoint</Application>
  <PresentationFormat>Widescreen</PresentationFormat>
  <Paragraphs>106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Century Gothic</vt:lpstr>
      <vt:lpstr>Courier New</vt:lpstr>
      <vt:lpstr>Wingdings 3</vt:lpstr>
      <vt:lpstr>Ion</vt:lpstr>
      <vt:lpstr>Redux</vt:lpstr>
      <vt:lpstr>Redux</vt:lpstr>
      <vt:lpstr>Redux</vt:lpstr>
      <vt:lpstr>PowerPoint Presentation</vt:lpstr>
      <vt:lpstr>Redux</vt:lpstr>
      <vt:lpstr>Redux</vt:lpstr>
      <vt:lpstr>PowerPoint Presentation</vt:lpstr>
      <vt:lpstr>PowerPoint Presentation</vt:lpstr>
      <vt:lpstr>Redux</vt:lpstr>
      <vt:lpstr>Redux</vt:lpstr>
      <vt:lpstr>Redux</vt:lpstr>
      <vt:lpstr>Redux</vt:lpstr>
      <vt:lpstr>Redux</vt:lpstr>
      <vt:lpstr>Redux</vt:lpstr>
      <vt:lpstr>Redux</vt:lpstr>
      <vt:lpstr>Redux</vt:lpstr>
      <vt:lpstr>Redux</vt:lpstr>
      <vt:lpstr>Redux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Backtracking</dc:title>
  <dc:creator>Lenovo</dc:creator>
  <cp:lastModifiedBy>Lenovo</cp:lastModifiedBy>
  <cp:revision>246</cp:revision>
  <dcterms:created xsi:type="dcterms:W3CDTF">2023-09-24T13:16:07Z</dcterms:created>
  <dcterms:modified xsi:type="dcterms:W3CDTF">2025-06-05T03:35:26Z</dcterms:modified>
</cp:coreProperties>
</file>