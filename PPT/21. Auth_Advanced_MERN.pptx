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822960"/>
            <a:ext cx="4663440" cy="4663440"/>
          </a:xfrm>
          <a:prstGeom prst="ellipse">
            <a:avLst/>
          </a:prstGeom>
          <a:solidFill>
            <a:srgbClr val="E7F3EC"/>
          </a:solidFill>
          <a:ln w="6350">
            <a:solidFill>
              <a:srgbClr val="E7F3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37160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of 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Authentication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26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914400"/>
            <a:ext cx="4572000" cy="48463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6459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middleware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9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1864157"/>
            <a:ext cx="5029200" cy="3646424"/>
          </a:xfrm>
          <a:prstGeom prst="roundRect">
            <a:avLst>
              <a:gd name="adj" fmla="val 2006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1983029"/>
            <a:ext cx="4700016" cy="345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/register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 Data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Password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Hash Passwords?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5399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9280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plain-text passwords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189280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93028" y="225399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67348" y="189280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is one-way: it cannot be reversed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35127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99008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salt makes equal passwords hash differently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299008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3028" y="335127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7348" y="299008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rounds control the cost (10 is common)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4855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08736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 checks a password against the hash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Schema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454478"/>
            <a:ext cx="9601200" cy="1678686"/>
          </a:xfrm>
          <a:prstGeom prst="roundRect">
            <a:avLst>
              <a:gd name="adj" fmla="val 435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573350"/>
            <a:ext cx="9272016" cy="148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userSchema = new mongoose.Schema({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    { type: String, required: true },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   { type: String, required: true, unique: true, lowercase: true },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 { type: String, required: true, minlength: 6 },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role:     { type: String, enum: ["user", "admin"], default: "user" }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timestamps: true });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Controller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119808"/>
            <a:ext cx="9601200" cy="2794254"/>
          </a:xfrm>
          <a:prstGeom prst="roundRect">
            <a:avLst>
              <a:gd name="adj" fmla="val 261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238680"/>
            <a:ext cx="9272016" cy="2602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register = async (req, res) =&gt;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name, email, password } = req.body;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exists = await User.findOne({ email 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(exists) return res.status(409).json({ message: "Email already used" });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hashed = await bcrypt.hash(password, 10);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await User.create({ name, email, password: hashed });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res.status(201).json({ id: user._id, name: user.name, email: user.email 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Registration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passwords never be stored as plain text?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salt and why does bcrypt use one?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return 409 when an email is already registered?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register controller and make sure the password is not in the response.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validation: email must be valid and password at least 6 characters.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352648" y="1774012"/>
            <a:ext cx="5486400" cy="812038"/>
          </a:xfrm>
          <a:prstGeom prst="roundRect">
            <a:avLst>
              <a:gd name="adj" fmla="val 9008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17240" y="1865452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17240" y="2203780"/>
            <a:ext cx="5157216" cy="30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bcrypt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52648" y="2814650"/>
            <a:ext cx="5486400" cy="1075436"/>
          </a:xfrm>
          <a:prstGeom prst="roundRect">
            <a:avLst>
              <a:gd name="adj" fmla="val 680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17240" y="290609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17240" y="3244418"/>
            <a:ext cx="5157216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hashedPassword =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bcrypt.hash(password, 10);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52648" y="4118686"/>
            <a:ext cx="5486400" cy="1602232"/>
          </a:xfrm>
          <a:prstGeom prst="roundRect">
            <a:avLst>
              <a:gd name="adj" fmla="val 4566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17240" y="4210126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17240" y="4548454"/>
            <a:ext cx="5157216" cy="109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bcrypt.compare(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user.password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2050085"/>
            <a:ext cx="5029200" cy="3026664"/>
          </a:xfrm>
          <a:prstGeom prst="roundRect">
            <a:avLst>
              <a:gd name="adj" fmla="val 2417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2168957"/>
            <a:ext cx="47000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+ Password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Find User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Password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 JWT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 Response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Controller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generic message so attackers cannot tell which part was wrong.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342921"/>
            <a:ext cx="5882335" cy="2050542"/>
          </a:xfrm>
          <a:prstGeom prst="roundRect">
            <a:avLst>
              <a:gd name="adj" fmla="val 3567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461793"/>
            <a:ext cx="5553151" cy="18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login = async (req, res)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email, password } = req.body;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await User.findOne({ email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ok = user &amp;&amp; await bcrypt.compare(password, user.password);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(!ok) return res.status(401).json({ message: "Invalid credentials"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token = jwt.sign({ userId: user._id, role: user.role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process.env.JWT_SECRET, { expiresIn: "1h"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res.json({ token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JWT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payload is only encoded, not encrypted.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passwords in a token.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2514905"/>
            <a:ext cx="5882335" cy="1477264"/>
          </a:xfrm>
          <a:prstGeom prst="roundRect">
            <a:avLst>
              <a:gd name="adj" fmla="val 495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2633777"/>
            <a:ext cx="5553151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xxxxx.yyyyy.zzzzz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   → algorithm and type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  → userId, role, exp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 → proves the token was not changed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Middleware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1878101"/>
            <a:ext cx="9601200" cy="3599942"/>
          </a:xfrm>
          <a:prstGeom prst="roundRect">
            <a:avLst>
              <a:gd name="adj" fmla="val 203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1996973"/>
            <a:ext cx="9272016" cy="340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protect = (req, res, next) =&gt; {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header = req.headers.authorization;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(!header?.startsWith("Bearer "))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res.status(401).json({ message: "No token" });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req.user = jwt.verify(header.split(" ")[1], process.env.JWT_SECRET);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next();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res.status(401).json({ message: "Invalid or expired token" });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Store the Token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access tokens plus a refresh token is a common pattern.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546604"/>
          <a:ext cx="5882335" cy="914400"/>
        </p:xfrm>
        <a:graphic>
          <a:graphicData uri="http://schemas.openxmlformats.org/drawingml/2006/table">
            <a:tbl>
              <a:tblPr/>
              <a:tblGrid>
                <a:gridCol w="1604273"/>
                <a:gridCol w="2139031"/>
                <a:gridCol w="213903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to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Readable by XSS attacks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httpOnly cookie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readable by JavaScript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CSRF protection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Login and JWT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send the same error for a wrong email and a wrong password?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parts of a JWT and what does each contain?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sensitive data should not be stored in the JWT payload.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protect middleware and apply it to GET /api/profile.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status code is returned for a missing token and for an expired token?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8463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securely represent authenticated user information.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2392985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2722169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877617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722169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3270809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3426257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270809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3819449"/>
            <a:ext cx="588233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974897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819449"/>
            <a:ext cx="5333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41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JWT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2421941"/>
            <a:ext cx="5029200" cy="1787144"/>
          </a:xfrm>
          <a:prstGeom prst="roundRect">
            <a:avLst>
              <a:gd name="adj" fmla="val 409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2540813"/>
            <a:ext cx="4700016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 = jwt.sign(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userId: user._id },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process.env.JWT_SECRET,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expiresIn: "1h" 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41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Route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1864157"/>
            <a:ext cx="5029200" cy="3646424"/>
          </a:xfrm>
          <a:prstGeom prst="roundRect">
            <a:avLst>
              <a:gd name="adj" fmla="val 2006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1983029"/>
            <a:ext cx="4700016" cy="345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Client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JWT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 Middleware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Verify Token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Controller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vs Authorization</a:t>
            </a:r>
            <a:endParaRPr lang="en-US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5368" y="2272284"/>
          <a:ext cx="7680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are you?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you allowed to do?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email and password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Admin-only routes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 JWT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 role or ownership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Failure: 401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Failure: 403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217420"/>
            <a:ext cx="9601200" cy="2468880"/>
          </a:xfrm>
          <a:prstGeom prst="roundRect">
            <a:avLst>
              <a:gd name="adj" fmla="val 296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336292"/>
            <a:ext cx="927201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authorize = (...roles) =&gt; (req, res, next) =&gt;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(!roles.includes(req.user.role))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res.status(403).json({ message: "Forbidden" });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router.delete("/:id", protect, authorize("admin"), deleteEmployee);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Authorization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401 Unauthorized and 403 Forbidden.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DELETE /api/employees/:id available to admins only.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allow users to edit only their own profile?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route /api/admin/stats that needs both a valid token and role 'admin'.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role checking done in middleware instead of inside every controller?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41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API Features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003908" y="173461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03908" y="2063801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86788" y="2219249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1108" y="206380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03908" y="2612441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86788" y="2767889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1108" y="261244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03908" y="3161081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86788" y="3316529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1108" y="316108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03908" y="3709721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86788" y="3865169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61108" y="370972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003908" y="4258361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86788" y="4413809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61108" y="425836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003908" y="4807001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86788" y="4962449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61108" y="480700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03908" y="5355641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86788" y="5511089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61108" y="535564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84468" y="1734617"/>
            <a:ext cx="3703320" cy="4078224"/>
          </a:xfrm>
          <a:prstGeom prst="roundRect">
            <a:avLst>
              <a:gd name="adj" fmla="val 197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9060" y="1826057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49060" y="2164385"/>
            <a:ext cx="337413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/products?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search=laptop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&amp;category=electronics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&amp;page=1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&amp;limit=10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&amp;sort=price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41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506828" y="2542489"/>
            <a:ext cx="3977640" cy="1385316"/>
          </a:xfrm>
          <a:prstGeom prst="roundRect">
            <a:avLst>
              <a:gd name="adj" fmla="val 5281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671420" y="2661361"/>
            <a:ext cx="364845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1 → Products 1–10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2 → Products 11–20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3 → Products 21–30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58788" y="2542489"/>
            <a:ext cx="2926080" cy="1385316"/>
          </a:xfrm>
          <a:prstGeom prst="roundRect">
            <a:avLst>
              <a:gd name="adj" fmla="val 528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23380" y="2633929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23380" y="2972257"/>
            <a:ext cx="2596896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Product.find()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.skip(10)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.limit(10);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and Filter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236013"/>
            <a:ext cx="9601200" cy="2406904"/>
          </a:xfrm>
          <a:prstGeom prst="roundRect">
            <a:avLst>
              <a:gd name="adj" fmla="val 3039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354885"/>
            <a:ext cx="9272016" cy="221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search, category } = req.query;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filter = {};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(search) filter.name = { $regex: search, $options: "i" };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(category) filter.category = category;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products = await Product.find(filter);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41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 Controller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175586"/>
            <a:ext cx="9601200" cy="2608326"/>
          </a:xfrm>
          <a:prstGeom prst="roundRect">
            <a:avLst>
              <a:gd name="adj" fmla="val 2805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294458"/>
            <a:ext cx="9272016" cy="2416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page  = Number(req.query.page)  || 1;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limit = Number(req.query.limit) || 10;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sort  = req.query.sort || "-createdAt";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await Product.countDocuments(filter);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 = await Product.find(filter).sort(sort)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.skip((page - 1) * limit).limit(limit);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res.json({ page, totalPages: Math.ceil(total / limit), total, data });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41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Search and Pagination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skip value calculated from page and limit?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GET /api/employees?search=ravi&amp;department=IT&amp;page=2&amp;limit=5.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return totalPages and total in the response?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employees by salary descending using a query parameter.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can happen with very large skip values?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41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Upload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598268" y="2040484"/>
            <a:ext cx="3291840" cy="3058668"/>
          </a:xfrm>
          <a:prstGeom prst="roundRect">
            <a:avLst>
              <a:gd name="adj" fmla="val 239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62860" y="213192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62860" y="2470252"/>
            <a:ext cx="2962656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multer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64428" y="2040484"/>
            <a:ext cx="3429000" cy="3058668"/>
          </a:xfrm>
          <a:prstGeom prst="roundRect">
            <a:avLst>
              <a:gd name="adj" fmla="val 2392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29020" y="21319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29020" y="2470252"/>
            <a:ext cx="3099816" cy="2555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React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multipart/form-data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Multer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Server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Storage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41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Multer Configuration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050085"/>
            <a:ext cx="9601200" cy="3026664"/>
          </a:xfrm>
          <a:prstGeom prst="roundRect">
            <a:avLst>
              <a:gd name="adj" fmla="val 2417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168957"/>
            <a:ext cx="92720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multer from "multer";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storage = multer.diskStorage({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destination: "uploads/",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filename: (req, file, cb) =&gt; cb(null, Date.now() + "-" + file.originalname)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upload = multer({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storage,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limits: { fileSize: 2 * 1024 * 1024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fileFilter: (req, file, cb) =&gt; cb(null, file.mimetype.startsWith("image/"))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41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Route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17168" y="2421941"/>
            <a:ext cx="9357360" cy="1787144"/>
          </a:xfrm>
          <a:prstGeom prst="roundRect">
            <a:avLst>
              <a:gd name="adj" fmla="val 409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81760" y="2540813"/>
            <a:ext cx="9028176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router.post("/", upload.single("photo"), (req, res) =&gt; 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res.status(201).json({ file: req.file.filename });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app.use("/uploads", express.static("uploads"));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41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File Upload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content type does a file upload form use?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uploads to images smaller than 2 MB.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uploaded files be served back to the browser?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you rename uploaded files?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profile photo field to the Employee model and upload it.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41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Security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3454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67335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user input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167335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93028" y="203454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67348" y="167335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3182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77063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routes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277063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3028" y="313182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7348" y="277063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variables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2910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86791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CORS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0148" y="386791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422910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67348" y="386791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security headers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48640" y="496519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32638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96519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sensitive APIs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210148" y="4965192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3028" y="5326380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67348" y="4965192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expose secrets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41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Middleware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407768" y="2143049"/>
            <a:ext cx="7376160" cy="2716784"/>
          </a:xfrm>
          <a:prstGeom prst="roundRect">
            <a:avLst>
              <a:gd name="adj" fmla="val 2693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72360" y="2261921"/>
            <a:ext cx="7046976" cy="252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helmet from "helmet";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rateLimit from "express-rate-limit";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app.use(helmet());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app.use("/api/auth", rateLimit({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windowMs: 15 * 60 * 1000,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max: 20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41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Attacks and Defenses</a:t>
            </a:r>
            <a:endParaRPr lang="en-US" sz="3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5368" y="2135124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login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limiting, strong passwords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 injection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and sanitize 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 output, helmet, httpOnly cookies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SameSite cookies, CSRF tokens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return password fields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Security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helmet and rate limiting to your Express app.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NoSQL injection and how can you prevent it?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the password field be excluded from query results?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HTTPS important for authentication?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five items for an API security checklist.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41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MERN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1622450"/>
            <a:ext cx="5029200" cy="4452112"/>
          </a:xfrm>
          <a:prstGeom prst="roundRect">
            <a:avLst>
              <a:gd name="adj" fmla="val 1643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1741322"/>
            <a:ext cx="4700016" cy="426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Axios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 API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Mongoose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MongoDB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41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to Express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91640"/>
            <a:ext cx="508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29968"/>
            <a:ext cx="50808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axios.get(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"http://localhost:3000/api/products"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7600" y="1691640"/>
            <a:ext cx="508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97600" y="2029968"/>
            <a:ext cx="50808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router.get("/", getProducts);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0005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091940"/>
            <a:ext cx="508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430268"/>
            <a:ext cx="50808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products =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Product.find();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33008" y="4000500"/>
            <a:ext cx="5410048" cy="2125980"/>
          </a:xfrm>
          <a:prstGeom prst="roundRect">
            <a:avLst>
              <a:gd name="adj" fmla="val 3441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7600" y="4091940"/>
            <a:ext cx="508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97600" y="4430268"/>
            <a:ext cx="5080864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Axios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React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41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Axios Instance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1991982"/>
            <a:ext cx="9601200" cy="3220339"/>
          </a:xfrm>
          <a:prstGeom prst="roundRect">
            <a:avLst>
              <a:gd name="adj" fmla="val 2272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110854"/>
            <a:ext cx="9272016" cy="302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axios from "axios";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 = axios.create({ baseURL: import.meta.env.VITE_API_URL });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api.interceptors.request.use((config) =&gt; {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token = localStorage.getItem("token");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(token) config.headers.Authorization = "Bearer " + token;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config;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api;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41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Routes in React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95248" y="2252282"/>
            <a:ext cx="9601200" cy="2352675"/>
          </a:xfrm>
          <a:prstGeom prst="roundRect">
            <a:avLst>
              <a:gd name="adj" fmla="val 3109"/>
            </a:avLst>
          </a:prstGeom>
          <a:solidFill>
            <a:srgbClr val="EEF2F6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9840" y="2371153"/>
            <a:ext cx="9272016" cy="2160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PrivateRoute = ({ children }) =&gt; {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token = localStorage.getItem("token");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token ? children : &lt;Navigate to="/login" /&gt;;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950" dirty="0"/>
          </a:p>
          <a:p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 path="/dashboard"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element={&lt;PrivateRoute&gt;&lt;Dashboard /&gt;&lt;/PrivateRoute&gt;} /&gt;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41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Checklist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5399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9280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environment variables on the host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189280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93028" y="225399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67348" y="189280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CORS to the real frontend URL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35127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99008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MongoDB Atlas network access rules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299008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3028" y="335127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7348" y="299008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React app for production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4855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08736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HTTPS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0148" y="4087368"/>
            <a:ext cx="54329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4448556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67348" y="4087368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error logging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41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MERN Integration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Axios instance that attaches the JWT to every request.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login form that stores the token and redirects to the dashboard.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/dashboard route so only logged-in users can open it.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VITE_API_URL instead of hard-coding the backend URL?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CORS error between localhost:5173 and localhost:3000.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41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MERN Project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 — Features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4716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22978" y="210312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5858" y="244716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80178" y="210312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97317" y="210312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80197" y="244716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54517" y="210312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16611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1015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16611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List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22978" y="316611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05858" y="351015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80178" y="316611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Employee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097317" y="316611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0197" y="351015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54517" y="316611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Employee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422910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57314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422910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Employee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322978" y="422910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5858" y="457314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80178" y="422910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097317" y="422910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0197" y="457314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54517" y="422910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48640" y="529209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563613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" y="529209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4322978" y="529209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05858" y="563613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80178" y="529209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097317" y="5292090"/>
            <a:ext cx="3545738" cy="834390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80197" y="5636133"/>
            <a:ext cx="146304" cy="146304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54517" y="5292090"/>
            <a:ext cx="2997098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41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81248" y="1622146"/>
            <a:ext cx="5029200" cy="4453128"/>
          </a:xfrm>
          <a:prstGeom prst="roundRect">
            <a:avLst>
              <a:gd name="adj" fmla="val 1643"/>
            </a:avLst>
          </a:prstGeom>
          <a:solidFill>
            <a:srgbClr val="E7F3EC"/>
          </a:solidFill>
          <a:ln w="9525">
            <a:solidFill>
              <a:srgbClr val="CFE5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5840" y="171358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Application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5840" y="2051914"/>
            <a:ext cx="470001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React UI     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Components / Forms / Router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└──────────────┬───────────────┘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│ Axios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┌──────────────▼───────────────┐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Express API    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Routes / Middleware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└──────────────┬───────────────┘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┌──────────────▼───────────────┐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Controllers / Services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└──────────────┬───────────────┘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┌──────────────▼───────────────┐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Mongoose ODM   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└──────────────┬───────────────┘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┌──────────────▼───────────────┐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MongoDB            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41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Practice Tasks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05695" y="7315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5695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5823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58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Employee Management System: register, login, dashboard.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38374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3998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2399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8374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employee CRUD with search, filter and pagination.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6549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662172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76549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add, edit and delete operations to the admin role.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414723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00346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003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14723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backend and the frontend, then test in production.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352898"/>
            <a:ext cx="11094415" cy="773582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538521"/>
            <a:ext cx="402336" cy="402336"/>
          </a:xfrm>
          <a:prstGeom prst="ellipse">
            <a:avLst/>
          </a:prstGeom>
          <a:solidFill>
            <a:srgbClr val="2F7D4F"/>
          </a:solidFill>
          <a:ln w="635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5385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52898"/>
            <a:ext cx="1008857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README that explains setup, environment variables and API routes.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Advanced Express + MERN  ·  PPT 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Authentication + Advanced Express + MERN</dc:title>
  <dc:subject>PptxGenJS Presentation</dc:subject>
  <dc:creator>MERN Stack Series</dc:creator>
  <cp:lastModifiedBy>MERN Stack Series</cp:lastModifiedBy>
  <cp:revision>1</cp:revision>
  <dcterms:created xsi:type="dcterms:W3CDTF">2026-10-01T10:53:53Z</dcterms:created>
  <dcterms:modified xsi:type="dcterms:W3CDTF">2026-10-01T10:53:53Z</dcterms:modified>
</cp:coreProperties>
</file>