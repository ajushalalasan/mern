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822960"/>
            <a:ext cx="4663440" cy="4663440"/>
          </a:xfrm>
          <a:prstGeom prst="ellipse">
            <a:avLst/>
          </a:prstGeom>
          <a:solidFill>
            <a:srgbClr val="E7F3EC"/>
          </a:solidFill>
          <a:ln w="6350">
            <a:solidFill>
              <a:srgbClr val="E7F3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37160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of 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Middleware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26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914400"/>
            <a:ext cx="4572000" cy="48463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6459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concept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middleware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middleware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middleware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middleware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middleware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Middleware?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is a function that executes between the request and response.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133752"/>
            <a:ext cx="5882335" cy="2747772"/>
          </a:xfrm>
          <a:prstGeom prst="roundRect">
            <a:avLst>
              <a:gd name="adj" fmla="val 266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252624"/>
            <a:ext cx="5553151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Route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Middleware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568" y="2143049"/>
            <a:ext cx="5242560" cy="2716784"/>
          </a:xfrm>
          <a:prstGeom prst="roundRect">
            <a:avLst>
              <a:gd name="adj" fmla="val 269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39160" y="2261921"/>
            <a:ext cx="4913376" cy="252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res, next) =&gt; {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console.log(req.method);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console.log(req.url);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next()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next(), execution may stop.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133752"/>
            <a:ext cx="5882335" cy="2747772"/>
          </a:xfrm>
          <a:prstGeom prst="roundRect">
            <a:avLst>
              <a:gd name="adj" fmla="val 266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252624"/>
            <a:ext cx="5553151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 next()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 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 next()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Handler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Execution Order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runs in the order it is written.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002536"/>
            <a:ext cx="5882335" cy="1850136"/>
          </a:xfrm>
          <a:prstGeom prst="roundRect">
            <a:avLst>
              <a:gd name="adj" fmla="val 3954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093976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2432304"/>
            <a:ext cx="5553151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res, next) =&gt; { console.log("A"); next();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res, next) =&gt; { console.log("B"); next(); 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app.get("/",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console.log("C");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res.send("Done");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4081272"/>
            <a:ext cx="5882335" cy="1106424"/>
          </a:xfrm>
          <a:prstGeom prst="roundRect">
            <a:avLst>
              <a:gd name="adj" fmla="val 661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25312" y="4172712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 for GET /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25312" y="4511040"/>
            <a:ext cx="555315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Route-Specific Middleware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middleware to a single route or a group.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75459"/>
            <a:ext cx="5882335" cy="1942084"/>
          </a:xfrm>
          <a:prstGeom prst="roundRect">
            <a:avLst>
              <a:gd name="adj" fmla="val 3767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494331"/>
            <a:ext cx="5553151" cy="175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checkKey = (req, res, next)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(req.headers["x-api-key"] !== "123")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res.status(401).json({ message: "Invalid key"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app.get("/secret", checkKey, (req, res)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res.send("Secret data");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Middleware Basics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middleware and what role does next() play?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a middleware neither calls next() nor sends a response?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logger middleware that prints method, URL and time.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middleware that blocks requests without an x-api-key header.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console output order for three app.use() calls followed by a route.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Middleware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2050085"/>
            <a:ext cx="5029200" cy="3026664"/>
          </a:xfrm>
          <a:prstGeom prst="roundRect">
            <a:avLst>
              <a:gd name="adj" fmla="val 2417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2168957"/>
            <a:ext cx="47000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 Middleware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Router Middleware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Built-in Middleware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Third-party Middleware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Error-handling Middleware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Middleware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parse JSON request bodies.</a:t>
            </a:r>
            <a:endParaRPr lang="en-US" sz="2000" dirty="0"/>
          </a:p>
          <a:p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5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express.urlencoded()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803093"/>
            <a:ext cx="5882335" cy="516636"/>
          </a:xfrm>
          <a:prstGeom prst="roundRect">
            <a:avLst>
              <a:gd name="adj" fmla="val 14159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921965"/>
            <a:ext cx="55531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Third-Party Middleware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46808" y="1997964"/>
          <a:ext cx="7498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cross-origin requests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morgan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request logging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HTTP headers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 responses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cookie-parser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cookies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express-rate-limit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repeated requests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Custom Middleware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before it reaches the controller.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75459"/>
            <a:ext cx="5882335" cy="1942084"/>
          </a:xfrm>
          <a:prstGeom prst="roundRect">
            <a:avLst>
              <a:gd name="adj" fmla="val 3767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494331"/>
            <a:ext cx="5553151" cy="175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validateProduct = (req, res, next) =&gt;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name, price } = req.body;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(!name || typeof price !== "number")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res.status(400).json({ message: "Invalid data"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Using Middleware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morgan to an Express app and observe the logs.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express.json() be registered before the routes?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validation middleware for the Product API.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package helps set secure HTTP headers?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middleware that adds a requestTime property to req.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91640"/>
            <a:ext cx="508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Resource Sharing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29968"/>
            <a:ext cx="50808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localhost:5173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 Request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7600" y="1691640"/>
            <a:ext cx="508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97600" y="2029968"/>
            <a:ext cx="50808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cors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0005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091940"/>
            <a:ext cx="508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430268"/>
            <a:ext cx="50808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cors from "cors";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app.use(cors());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CORS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only trusted frontends in production.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26525"/>
            <a:ext cx="5882335" cy="1438529"/>
          </a:xfrm>
          <a:prstGeom prst="roundRect">
            <a:avLst>
              <a:gd name="adj" fmla="val 508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45397"/>
            <a:ext cx="5553151" cy="1246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origin: "http://localhost:5173",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methods: ["GET", "POST", "PUT", "DELETE"],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credentials: true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Preflight Requests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some requests the browser first sends an OPTIONS request to ask permission.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133752"/>
            <a:ext cx="5882335" cy="2747772"/>
          </a:xfrm>
          <a:prstGeom prst="roundRect">
            <a:avLst>
              <a:gd name="adj" fmla="val 266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252624"/>
            <a:ext cx="5553151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Browser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OPTIONS (preflight)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allows origin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Actual request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Response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keeping all routes in one file: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84755"/>
            <a:ext cx="5882335" cy="1911096"/>
          </a:xfrm>
          <a:prstGeom prst="roundRect">
            <a:avLst>
              <a:gd name="adj" fmla="val 382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503627"/>
            <a:ext cx="5553151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express.Router();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router.get("/", getProducts);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router.post("/", createProduct);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router;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Mounting Routers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router, paths are relative to the prefix.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order matters: first match wins.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84628"/>
            <a:ext cx="5882335" cy="1244854"/>
          </a:xfrm>
          <a:prstGeom prst="roundRect">
            <a:avLst>
              <a:gd name="adj" fmla="val 5876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703500"/>
            <a:ext cx="5553151" cy="105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productRoutes from "./routes/productRoutes.js";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userRoutes from "./routes/userRoutes.js";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app.use("/api/products", productRoutes);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app.use("/api/users", userRoutes);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CORS and Routers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CORS and why does the browser block cross-origin requests?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origin and port does a Vite React app use by default?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product routes into routes/productRoutes.js and mount them at /api/products.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preflight request?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cors() with no options risky in production?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2050085"/>
            <a:ext cx="5029200" cy="3026664"/>
          </a:xfrm>
          <a:prstGeom prst="roundRect">
            <a:avLst>
              <a:gd name="adj" fmla="val 2417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2168957"/>
            <a:ext cx="47000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server.js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controllers/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services/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middleware/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config/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Layer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for: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route to controller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635758"/>
            <a:ext cx="5882335" cy="1074420"/>
          </a:xfrm>
          <a:prstGeom prst="roundRect">
            <a:avLst>
              <a:gd name="adj" fmla="val 6809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754630"/>
            <a:ext cx="5553151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router.get("/", getProducts);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router.post("/", createProduct);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Layer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for: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request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business logic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response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98700"/>
            <a:ext cx="5882335" cy="1864614"/>
          </a:xfrm>
          <a:prstGeom prst="roundRect">
            <a:avLst>
              <a:gd name="adj" fmla="val 392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517572"/>
            <a:ext cx="5553151" cy="167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getProducts = async (req, res) =&gt; {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products = await getAllProducts();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res.json(products);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business logic.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03284"/>
            <a:ext cx="5882335" cy="1515999"/>
          </a:xfrm>
          <a:prstGeom prst="roundRect">
            <a:avLst>
              <a:gd name="adj" fmla="val 482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22156"/>
            <a:ext cx="5553151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getAllProducts = async () =&gt; {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Product.find();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Module Files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single responsibility.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52090"/>
            <a:ext cx="5882335" cy="1353312"/>
          </a:xfrm>
          <a:prstGeom prst="roundRect">
            <a:avLst>
              <a:gd name="adj" fmla="val 5405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70962"/>
            <a:ext cx="555315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routes/productRoutes.js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controllers/productController.js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services/productService.js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models/Product.js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5399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9280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URLs and methods only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189280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93028" y="225399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67348" y="189280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Controllers: request and response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35127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99008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business logic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299008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3028" y="335127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7348" y="299008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data structure and database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4855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08736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testing and reuse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0148" y="408736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444855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67348" y="408736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teamwork and maintenance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Architecture Mistakes</a:t>
            </a:r>
            <a:endParaRPr lang="en-US" sz="3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5368" y="2272284"/>
          <a:ext cx="7680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approach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code inside routes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it to services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 in controllers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them to services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huge server.js file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into folders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Hard-coded secrets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.env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 should contain validation of business rules, and why?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flow from route to database for GET /api/products.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 route that queries MongoDB directly into route, controller and service.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controllers not talk to the database directly?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folder structure for an Employee module.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separation makes the application easier to maintain and test.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1966417"/>
            <a:ext cx="5882335" cy="3305556"/>
          </a:xfrm>
          <a:prstGeom prst="roundRect">
            <a:avLst>
              <a:gd name="adj" fmla="val 2213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085289"/>
            <a:ext cx="5553151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Route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Model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MongoDB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398368" y="1864157"/>
            <a:ext cx="5394960" cy="3646424"/>
          </a:xfrm>
          <a:prstGeom prst="roundRect">
            <a:avLst>
              <a:gd name="adj" fmla="val 2006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62960" y="1983029"/>
            <a:ext cx="5065776" cy="345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operation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(error) {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res.status(500).json({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message: error.message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Error Class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errors with a meaningful status code.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217420"/>
            <a:ext cx="5882335" cy="2468880"/>
          </a:xfrm>
          <a:prstGeom prst="roundRect">
            <a:avLst>
              <a:gd name="adj" fmla="val 296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336292"/>
            <a:ext cx="5553151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AppError extends Error {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constructor(message, statusCode)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super(message);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this.statusCode = statusCode;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Error Wrapper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repeating try/catch in every controller.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645054"/>
            <a:ext cx="5882335" cy="1043432"/>
          </a:xfrm>
          <a:prstGeom prst="roundRect">
            <a:avLst>
              <a:gd name="adj" fmla="val 701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763926"/>
            <a:ext cx="5553151" cy="85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asyncHandler = (fn) =&gt; (req, res, next) =&gt;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Promise.resolve(fn(req, res, next)).catch(next);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router.get("/", asyncHandler(getProducts));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Middleware Order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154669"/>
            <a:ext cx="9601200" cy="2678049"/>
          </a:xfrm>
          <a:prstGeom prst="roundRect">
            <a:avLst>
              <a:gd name="adj" fmla="val 273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273541"/>
            <a:ext cx="9272016" cy="248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app.use("/api/products", productRoutes);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res) =&gt; {                 // 404 handler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res.status(404).json({ message: "Route not found" });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app.use((err, req, res, next) =&gt; {      // error handler (last)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res.status(err.statusCode || 500).json({ message: err.message });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Error Handling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error middleware have four parameters?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the error handler be registered last?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AppError class and throw it when a product is not found.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asyncHandler wrapper and use it in a controller.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consistent JSON format { success, message } for all errors.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Error Middleware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93568" y="2236013"/>
            <a:ext cx="6004560" cy="2406904"/>
          </a:xfrm>
          <a:prstGeom prst="roundRect">
            <a:avLst>
              <a:gd name="adj" fmla="val 3039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58160" y="2354885"/>
            <a:ext cx="5675376" cy="221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app.use((err, req, res, next) =&gt; {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res.status(500).json({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message: err.message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&amp; API Architecture  ·  PPT 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 Middleware &amp; API Architecture</dc:title>
  <dc:subject>PptxGenJS Presentation</dc:subject>
  <dc:creator>MERN Stack Series</dc:creator>
  <cp:lastModifiedBy>MERN Stack Series</cp:lastModifiedBy>
  <cp:revision>1</cp:revision>
  <dcterms:created xsi:type="dcterms:W3CDTF">2026-10-01T10:53:53Z</dcterms:created>
  <dcterms:modified xsi:type="dcterms:W3CDTF">2026-10-01T10:53:53Z</dcterms:modified>
</cp:coreProperties>
</file>