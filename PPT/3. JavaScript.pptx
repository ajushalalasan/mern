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9313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0" y="91440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0" b="1" dirty="0">
                <a:solidFill>
                  <a:srgbClr val="242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before starting React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HTML/CSS basics → JavaScript fundamentals → React-ready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2424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basics (variables, types, operators)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24243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468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 (if/else, loops)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24243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246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arrow functions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457200" cy="457200"/>
          </a:xfrm>
          <a:prstGeom prst="ellipse">
            <a:avLst/>
          </a:prstGeom>
          <a:solidFill>
            <a:srgbClr val="24243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023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&amp; iteration methods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800600"/>
            <a:ext cx="457200" cy="457200"/>
          </a:xfrm>
          <a:prstGeom prst="ellipse">
            <a:avLst/>
          </a:prstGeom>
          <a:solidFill>
            <a:srgbClr val="24243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800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&amp; destructuring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09360" y="1691640"/>
            <a:ext cx="457200" cy="457200"/>
          </a:xfrm>
          <a:prstGeom prst="ellipse">
            <a:avLst/>
          </a:prstGeom>
          <a:solidFill>
            <a:srgbClr val="24243D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4944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ES6+ syntax essentials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309360" y="2468880"/>
            <a:ext cx="457200" cy="457200"/>
          </a:xfrm>
          <a:prstGeom prst="ellipse">
            <a:avLst/>
          </a:prstGeom>
          <a:solidFill>
            <a:srgbClr val="24243D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49440" y="2468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(import / export)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309360" y="3246120"/>
            <a:ext cx="457200" cy="457200"/>
          </a:xfrm>
          <a:prstGeom prst="ellipse">
            <a:avLst/>
          </a:prstGeom>
          <a:solidFill>
            <a:srgbClr val="24243D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49440" y="3246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JS (promises, async/await, fetch)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309360" y="4023360"/>
            <a:ext cx="457200" cy="457200"/>
          </a:xfrm>
          <a:prstGeom prst="ellipse">
            <a:avLst/>
          </a:prstGeom>
          <a:solidFill>
            <a:srgbClr val="24243D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49440" y="4023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'this' keyword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309360" y="4800600"/>
            <a:ext cx="457200" cy="457200"/>
          </a:xfrm>
          <a:prstGeom prst="ellipse">
            <a:avLst/>
          </a:prstGeom>
          <a:solidFill>
            <a:srgbClr val="24243D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49440" y="4800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Extras: JSON, try/catch, classes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Absolute Basics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data types, and operators — the building blocks of every line of JS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20040" cy="3200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5544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8928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let and const. Avoid var (confusing scope rules).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320040" cy="3200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420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45059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27889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string, number, boolean, null, undefined, object, array.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438144"/>
            <a:ext cx="320040" cy="3200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381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334670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368503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(+ - * / %), comparison (=== !==), logical (&amp;&amp; || !).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334256"/>
            <a:ext cx="320040" cy="3200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342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4242816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conversion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458114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String(), Number(), and implicit coercion basics.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63640" y="11430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160020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1B1B2F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92240" y="178308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C8C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Variables &amp; types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name = "Priya";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age = 24;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isStudent = true;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C8C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Operators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nextAge = age + 1;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console.log(age === 24);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true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Control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what runs, and how many times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20040" cy="3200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5544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 if / else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8928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logic based on a condition.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320040" cy="3200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420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45059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27889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alternative to long if/else chains.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438144"/>
            <a:ext cx="320040" cy="3200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381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334670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368503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for, while, for...of (arrays), for...in (objects).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334256"/>
            <a:ext cx="320040" cy="3200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342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4242816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Truthy / falsy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458114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 "", null, undefined, NaN are falsy — everything else is truthy.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63640" y="11430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160020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1B1B2F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92240" y="178308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age = 20;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(age &gt;= 18)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console.log("Adult");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console.log("Minor");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0; i &lt; 3; i++)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console.log(i);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// -&gt; 0, 1, 2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Functions &amp; Arrow Functions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components and event handlers are just functions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20040" cy="3200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5544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declarations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8928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function greet() {} syntax.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320040" cy="3200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420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45059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27889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syntax — React uses these everywhere.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438144"/>
            <a:ext cx="320040" cy="3200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381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334670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parameters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368503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parameter a fallback value.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334256"/>
            <a:ext cx="320040" cy="3200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342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4242816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458114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a function as an argument to another function.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63640" y="11430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160020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1B1B2F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92240" y="178308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C8C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Regular function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greet(name)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`Hi ${name}`;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C8C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Arrow function (React style)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greet = (name) =&gt;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`Hi ${name}`;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greet("Priya"); // -&gt; "Hi Priya"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Arrays &amp; Iteration Methods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React — lists are rendered with .map()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20040" cy="3200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5544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.map()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8928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every item — the method you'll use most in React.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320040" cy="3200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420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45059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.filter()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27889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items that match a condition.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438144"/>
            <a:ext cx="320040" cy="3200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381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334670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.reduce()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368503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all items into a single value.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334256"/>
            <a:ext cx="320040" cy="3200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342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4242816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.find()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458114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first item that matches a condition.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63640" y="11430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160020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1B1B2F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92240" y="178308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users = [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"Priya", age: 24 },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"Ravi", age: 17 },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names = users.map(u =&gt; u.name);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["Priya", "Ravi"]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adults = users.filter(u =&gt; u.age &gt;= 18);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[{ name: "Priya", age: 24 }]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Objects &amp; Destructuring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you'll read props and state in React components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20040" cy="3200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5544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literals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8928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notation vs bracket notation for access.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320040" cy="3200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420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45059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Destructuring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27889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values out of objects/arrays into variables.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438144"/>
            <a:ext cx="320040" cy="3200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381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334670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operator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368503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{...obj} / [...arr] — copy or merge data.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334256"/>
            <a:ext cx="320040" cy="3200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342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4242816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parameters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458114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function(...args) collects extra arguments.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63640" y="11430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160020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1B1B2F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92240" y="178308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 = { name: "Priya", age: 24 };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C8C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Destructuring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name, age } = user;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C8C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Spread — copy + update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updated = { ...user, age: 25 };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{ name: "Priya", age: 25 }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ES6+ Syntax Essentials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syntax pieces that show up on nearly every React 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20040" cy="3200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5544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literals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8928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`Hello ${name}` — embed variables in strings.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320040" cy="3200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420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45059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operator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27889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? a : b — an inline if/else.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438144"/>
            <a:ext cx="320040" cy="3200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381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334670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Short-circuit &amp;&amp;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368503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conditional rendering in JSX.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334256"/>
            <a:ext cx="320040" cy="3200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342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4242816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chaining ?.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458114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Safely access nested properties that might not exist.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63640" y="11430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160020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1B1B2F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92240" y="178308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name = "Priya";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console.log(`Hello, ${name}!`);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age = 20;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label = age &gt;= 18 ? "Adult" : "Minor";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C8C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Conditional rendering (React)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isLoggedIn &amp;&amp; &lt;Welcome /&gt;;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user?.address?.city; // no crash if missing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Modules — import / export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React project is a tree of files connected by imports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20040" cy="3200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5544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exports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8928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const X = ... — import with { X }.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320040" cy="3200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420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45059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exports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27889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default X — import with any name.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438144"/>
            <a:ext cx="320040" cy="3200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381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334670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368503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components live in separate files and import each other.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63640" y="11430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160020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1B1B2F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178308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C8C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math.js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add = (a, b) =&gt; a + b;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multiply(a, b)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* b;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C8C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app.js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multiply, { add } from "./math.js";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Asynchronous JavaScript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fetch data from APIs constantly in React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20040" cy="3200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5544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vs async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8928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code runs without blocking the rest of your program.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320040" cy="3200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420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45059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27889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.then() and .catch() handle success and failure.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438144"/>
            <a:ext cx="320040" cy="3200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381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334670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/ await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368503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syntax for writing asynchronous code.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334256"/>
            <a:ext cx="320040" cy="3200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342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4242816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458114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built-in way to call APIs from the browser.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63640" y="11430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160020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1B1B2F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92240" y="178308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getUser()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res = await fetch(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"https://api.example.com/user"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data = await res.json();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console.log(data);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(err)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console.error(err);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The 'this' Keyword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enough to understand why React favors arrow functions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20040" cy="3200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5544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functions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8928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'this' depends on how the function is called — can change unexpectedly.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320040" cy="3200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420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45059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27889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'this' is inherited from the surrounding code — predictable.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438144"/>
            <a:ext cx="320040" cy="3200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381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334670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React cares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368503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functions avoid 'this' bugs in event handlers.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63640" y="11430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160020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1B1B2F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178308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counter =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count: 0,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C8C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Arrow function keeps 'this'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C8C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bound to counter as expected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increment: function ()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setTimeout(() =&gt;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this.count++;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console.log(this.count);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 1000);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Extras Worth Knowing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have before diving into React — not blockers, but useful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20040" cy="3200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5544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JSON.stringify / JSON.parse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8928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between JS objects and JSON text.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320040" cy="3200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420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45059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catch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27889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errors gracefully instead of crashing.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438144"/>
            <a:ext cx="320040" cy="3200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381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334670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 classes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368503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if you ever read older React class components.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63640" y="11430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160020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1B1B2F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178308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 = { name: "Priya", age: 24 };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json = JSON.stringify(user);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'{"name":"Priya","age":24}'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JSON.parse("not valid json");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(err)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console.log("Invalid JSON!");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Gut-Check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 do these comfortably, you're ready for React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7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365760" cy="36576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that filters an array of objects and returns names only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7F7FA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3108960"/>
            <a:ext cx="365760" cy="36576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88036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Destructure a nested object in a single line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7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4160520"/>
            <a:ext cx="365760" cy="36576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93192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onClick={handleClick} differs from onClick={handleClick()}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7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5212080"/>
            <a:ext cx="365760" cy="36576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212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98348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data from an API and log it using async/await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 for React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JSX, components, props, and state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back with these JS fundamentals fresh — every React concept builds directly on them.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144000" y="237744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242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endParaRPr lang="en-US" sz="9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1354</Words>
  <Application>Microsoft Office PowerPoint</Application>
  <PresentationFormat>Widescreen</PresentationFormat>
  <Paragraphs>306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Lenovo</cp:lastModifiedBy>
  <cp:revision>2</cp:revision>
  <dcterms:created xsi:type="dcterms:W3CDTF">2026-08-25T09:19:28Z</dcterms:created>
  <dcterms:modified xsi:type="dcterms:W3CDTF">2026-08-25T09:23:11Z</dcterms:modified>
</cp:coreProperties>
</file>