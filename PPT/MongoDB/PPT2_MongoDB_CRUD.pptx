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572000" cy="45720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926080" cy="292608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DEVELOPMENT · PHASE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CRUD Operations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3F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and Delete — the four verbs of every database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2926080" cy="0"/>
          </a:xfrm>
          <a:prstGeom prst="line">
            <a:avLst/>
          </a:prstGeom>
          <a:noFill/>
          <a:ln w="25400">
            <a:solidFill>
              <a:srgbClr val="00ED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782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9410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00600" y="40782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56632" y="39410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398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800600" y="45354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6" name="Text 14"/>
          <p:cNvSpPr/>
          <p:nvPr/>
        </p:nvSpPr>
        <p:spPr>
          <a:xfrm>
            <a:off x="5056632" y="4398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9926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4855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operators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800600" y="49926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0" name="Text 18"/>
          <p:cNvSpPr/>
          <p:nvPr/>
        </p:nvSpPr>
        <p:spPr>
          <a:xfrm>
            <a:off x="5056632" y="4855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operators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52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 up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709160" y="1124712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49240" y="108813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one or many documents into a collection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1865376"/>
            <a:ext cx="0" cy="0"/>
          </a:xfrm>
          <a:prstGeom prst="line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4709160" y="2167128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21305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documents with find() and findOne()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37760" y="2907792"/>
            <a:ext cx="0" cy="0"/>
          </a:xfrm>
          <a:prstGeom prst="line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4709160" y="3209544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317296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using comparison, logical, and element operators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3950208"/>
            <a:ext cx="0" cy="0"/>
          </a:xfrm>
          <a:prstGeom prst="line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4709160" y="4251960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421538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documents in place, or replace them entirely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4992624"/>
            <a:ext cx="0" cy="0"/>
          </a:xfrm>
          <a:prstGeom prst="line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4709160" y="5294376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5257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documents safely with deleteOne() / deleteMany()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VERBS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CRUD?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5146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data-driven feature in an app ultimately reduces to one of these four operations.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insertOne()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a single document into a collection.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db.students.insertOne({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"Arun",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age: 22,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course: "MERN"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insertMany()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several documents in a single call — pass an array of documents.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db.students.insertMany([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"Arun", age: 22 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"Priya", age: 23 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"Rahul", age: 24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find() vs findOne()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find() — all matches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age: 22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findOne() — first match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05956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88836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db.students.findOne({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"Arun"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 returns every matching document; findOne() returns only the first one it encounters.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2976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$eq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$lte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any value in a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$nin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none of the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IN ACTION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 — example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2880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82880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182880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age: { $gt: 20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age: { $in: [20, 22]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students older than 20.  Bottom: students aged exactly 20 or 22.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CONDITIONS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operators: $and, $or, $not, $nor — combine multiple conditions in one query.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$or: [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age: 20 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age: 25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$and: [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age: { $gt: 20 } 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course: "MERN"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$and example reads as: age &gt; 20 AND course = "MERN".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CHECKS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 operators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$exists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$exists: true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$type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05956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88836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age: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$type: "int"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$exists checks whether a field is present; $type checks the BSON type of its value.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updateOne()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first document that matches the filter.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db.students.updateOne(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"Arun" 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$set: { age: 23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updateMany()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every document that matches the filter.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db.students.updateMany(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course: "MERN" 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$set: { active: true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VS REPLACE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updateOne() vs replaceOne()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updateOne() — modify fields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4672" y="2551176"/>
            <a:ext cx="73152" cy="73152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42316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only the fields you specify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" y="2971800"/>
            <a:ext cx="73152" cy="73152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843784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the document stays untouched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replaceOne() — swap the document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05956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8" name="Text 16"/>
          <p:cNvSpPr/>
          <p:nvPr/>
        </p:nvSpPr>
        <p:spPr>
          <a:xfrm>
            <a:off x="6688836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db.students.replaceOne(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"Arun" },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"Arun",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age: 23,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course: "Java"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replaceOne() overwrites the entire document with the one you provide.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OPERATORS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$set, $unset, and $inc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0116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or modify a 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$set: { salary: 60000 }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$unset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$unset: { age: "" }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$inc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/ decrease a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$inc: { salary: 5000 }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$inc example: 50000 + 5000 → 55000.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OPERATORS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$push, $pull, and $addToSet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0116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$push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an element (duplicates allowed)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$push: { skills: "Node.js" }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$pull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 matching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$pull: { skills: "Java" }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$addToSet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only if not already present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$addToSet: { skills: "React" }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$push allows duplicates; $addToSet prevents them.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deleteOne() vs deleteMany()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deleteOne()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db.students.deleteOne({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"Arun"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deleteMany()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05956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88836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db.students.deleteMany({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active: false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deleteOne() removes the first match; deleteMany() removes every matching document.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CRUD flow,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746504"/>
            <a:ext cx="6858000" cy="752094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811655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18116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746504"/>
            <a:ext cx="59436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— insertOne(), insertMany()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248031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2809494"/>
            <a:ext cx="6858000" cy="752094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2874645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874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809494"/>
            <a:ext cx="59436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— find(), findOne()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5433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51760" y="3872484"/>
            <a:ext cx="6858000" cy="752094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3937635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393763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3872484"/>
            <a:ext cx="59436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updateOne(), updateMany(), replaceOne()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460629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51760" y="4935474"/>
            <a:ext cx="6858000" cy="752094"/>
          </a:xfrm>
          <a:prstGeom prst="roundRect">
            <a:avLst>
              <a:gd name="adj" fmla="val 9726"/>
            </a:avLst>
          </a:prstGeom>
          <a:solidFill>
            <a:srgbClr val="00684A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5000625"/>
            <a:ext cx="402336" cy="402336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500062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4935474"/>
            <a:ext cx="59436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deleteOne(), deleteMany()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exercise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85816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85816" cy="502920"/>
          </a:xfrm>
          <a:prstGeom prst="roundRect">
            <a:avLst>
              <a:gd name="adj" fmla="val 18182"/>
            </a:avLst>
          </a:prstGeom>
          <a:solidFill>
            <a:srgbClr val="00684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538581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5020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employees collection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6517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5 employees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01752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employees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38328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employees from 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54496" y="1600200"/>
            <a:ext cx="5385816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600200"/>
            <a:ext cx="5385816" cy="502920"/>
          </a:xfrm>
          <a:prstGeom prst="roundRect">
            <a:avLst>
              <a:gd name="adj" fmla="val 18182"/>
            </a:avLst>
          </a:prstGeom>
          <a:solidFill>
            <a:srgbClr val="0068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54496" y="1828800"/>
            <a:ext cx="538581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37376" y="1600200"/>
            <a:ext cx="5020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clean up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37376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57416" y="22860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one employee's salary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37376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57416" y="26517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salary using $inc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7376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57416" y="301752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skill using $push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37376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57416" y="338328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one employee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Summary — CRUD Operations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31720" y="1874520"/>
            <a:ext cx="537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6893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C7A52"/>
          </a:solidFill>
          <a:ln/>
        </p:spPr>
      </p:sp>
      <p:sp>
        <p:nvSpPr>
          <p:cNvPr id="9" name="Text 7"/>
          <p:cNvSpPr/>
          <p:nvPr/>
        </p:nvSpPr>
        <p:spPr>
          <a:xfrm>
            <a:off x="286893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60570" y="1874520"/>
            <a:ext cx="537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77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50977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89420" y="1874520"/>
            <a:ext cx="537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2663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C7A52"/>
          </a:solidFill>
          <a:ln/>
        </p:spPr>
      </p:sp>
      <p:sp>
        <p:nvSpPr>
          <p:cNvPr id="15" name="Text 13"/>
          <p:cNvSpPr/>
          <p:nvPr/>
        </p:nvSpPr>
        <p:spPr>
          <a:xfrm>
            <a:off x="732663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18270" y="1874520"/>
            <a:ext cx="537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554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2880360"/>
            <a:ext cx="10607040" cy="3017520"/>
          </a:xfrm>
          <a:prstGeom prst="roundRect">
            <a:avLst>
              <a:gd name="adj" fmla="val 3636"/>
            </a:avLst>
          </a:prstGeom>
          <a:solidFill>
            <a:srgbClr val="052A2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be able 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" y="3602736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2" name="Text 20"/>
          <p:cNvSpPr/>
          <p:nvPr/>
        </p:nvSpPr>
        <p:spPr>
          <a:xfrm>
            <a:off x="1207008" y="3447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one or many documents into a collection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398678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4" name="Text 22"/>
          <p:cNvSpPr/>
          <p:nvPr/>
        </p:nvSpPr>
        <p:spPr>
          <a:xfrm>
            <a:off x="1207008" y="3831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and filter documents with query operators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0120" y="4370832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6" name="Text 24"/>
          <p:cNvSpPr/>
          <p:nvPr/>
        </p:nvSpPr>
        <p:spPr>
          <a:xfrm>
            <a:off x="1207008" y="4215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documents with $set, $unset, $inc, and array operators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0120" y="4754880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8" name="Text 26"/>
          <p:cNvSpPr/>
          <p:nvPr/>
        </p:nvSpPr>
        <p:spPr>
          <a:xfrm>
            <a:off x="1207008" y="45994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documents safely with deleteOne() and deleteMany()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51937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3F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Phase 3 — Querying.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· MongoDB CRUD Operations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MongoDB MERN Training</dc:creator>
  <cp:lastModifiedBy>MongoDB MERN Training</cp:lastModifiedBy>
  <cp:revision>1</cp:revision>
  <dcterms:created xsi:type="dcterms:W3CDTF">2026-09-15T10:06:32Z</dcterms:created>
  <dcterms:modified xsi:type="dcterms:W3CDTF">2026-09-15T10:06:32Z</dcterms:modified>
</cp:coreProperties>
</file>