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 · PHASE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Querying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— nested data, arrays, shaping, and paging results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2926080" cy="0"/>
          </a:xfrm>
          <a:prstGeom prst="line">
            <a:avLst/>
          </a:prstGeom>
          <a:noFill/>
          <a:ln w="25400">
            <a:solidFill>
              <a:srgbClr val="00ED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documents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0060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5663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0060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&amp; skip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0060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54498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53126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800600" y="54498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4" name="Text 22"/>
          <p:cNvSpPr/>
          <p:nvPr/>
        </p:nvSpPr>
        <p:spPr>
          <a:xfrm>
            <a:off x="5056632" y="53126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distinct()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59070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57698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conditions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52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09160" y="1124712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49240" y="10881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nested fields and array contents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1865376"/>
            <a:ext cx="0" cy="0"/>
          </a:xfrm>
          <a:prstGeom prst="lin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709160" y="2167128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21305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results with projection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2907792"/>
            <a:ext cx="0" cy="0"/>
          </a:xfrm>
          <a:prstGeom prst="line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709160" y="3209544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31729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limit, and skip to control what comes back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3950208"/>
            <a:ext cx="0" cy="0"/>
          </a:xfrm>
          <a:prstGeom prst="line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709160" y="4251960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42153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pagination and pattern search with regex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4992624"/>
            <a:ext cx="0" cy="0"/>
          </a:xfrm>
          <a:prstGeom prst="line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709160" y="5294376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5257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conditions into one precise query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query?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3483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CE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32504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52544" y="2377440"/>
            <a:ext cx="34838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CE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9704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9704" y="2743200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condition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36408" y="2834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56448" y="2377440"/>
            <a:ext cx="3483864" cy="1371600"/>
          </a:xfrm>
          <a:prstGeom prst="roundRect">
            <a:avLst>
              <a:gd name="adj" fmla="val 5333"/>
            </a:avLst>
          </a:prstGeom>
          <a:solidFill>
            <a:srgbClr val="00684A"/>
          </a:solidFill>
          <a:ln w="19050">
            <a:solidFill>
              <a:srgbClr val="006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468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93608" y="2743200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documents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db.students.find({ age: 22 })  —  a query is a condition used to find matching documents.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documents &amp; dot notation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supports objects nested inside documents. Reach into them with dot notation.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"Arun",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"address":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"city": "Chennai",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"pincode": 600001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"address.city": "Chennai"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FIELDS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arrays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can hold an array of values, like "skills" below.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"Arun",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"skills": ["Java", "React", "MongoDB"]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skills: "React" 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skills: { $all: ["Java", "React"] } 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skills: { $size: 3 } })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$all matches documents containing every listed value; $size matches by array length.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controls which fields are returned — 1 to include, 0 to exclude.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1, course: 1, _id: 0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3F4D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"Arun", "course": "MERN" 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Ascending — 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.sort({ age: 1 })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Descending — -1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.sort({ age: -1 })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limit() and skip()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limit() — cap the count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.limit(5)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skip() — jump ahead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.skip(10)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limit(5) on 100 students returns 5; skip(10) starts returning from document 11 onward.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BY PAGE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skip() and limit() to page through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 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db.students.find().skip(0).limit(10)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 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db.students.find().skip(10).limit(10)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 3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db.students.find().skip(20).limit(10)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3F4D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= (page - 1) × limit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page 4, limit 10 → skip = (4-1)×10 = 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SEARCH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expressions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enables flexible, pattern-based text search.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Names starting with "A"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name: /^A/ 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Names containing "an", case-insensitive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name: /an/i })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"i" flag makes the match case-insensitive.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unique values found for a given field.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db.students.distinct("course")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3F4D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["MERN", "Java", "Python"]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CONDITIONS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conditions &amp; combined queries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MERN students older than 20, sorted by age, top 5.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course: "MERN",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{ $gt: 20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.sort({ age: -1 })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.limit(5)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as: course = "MERN" AND age &gt; 20.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querying 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4650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63449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6344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4650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1259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45516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34315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3431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45516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16382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05181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0518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316382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35433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387248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376047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376047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387248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51760" y="458114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446913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44691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458114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51760" y="49606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51760" y="528980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00684A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80360" y="5177790"/>
            <a:ext cx="402336" cy="402336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32" name="Text 30"/>
          <p:cNvSpPr/>
          <p:nvPr/>
        </p:nvSpPr>
        <p:spPr>
          <a:xfrm>
            <a:off x="2880360" y="51777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429000" y="528980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practice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shape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from Chennai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older than 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having React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3832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 name and course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names using regex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4496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37376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page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7376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57416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57416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top 5 students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7376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57416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pagination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37376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57416" y="33832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unique courses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Summary — Querying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893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9" name="Text 7"/>
          <p:cNvSpPr/>
          <p:nvPr/>
        </p:nvSpPr>
        <p:spPr>
          <a:xfrm>
            <a:off x="286893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6057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77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977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8942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663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15" name="Text 13"/>
          <p:cNvSpPr/>
          <p:nvPr/>
        </p:nvSpPr>
        <p:spPr>
          <a:xfrm>
            <a:off x="732663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18270" y="1874520"/>
            <a:ext cx="5372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554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2880360"/>
            <a:ext cx="10607040" cy="3017520"/>
          </a:xfrm>
          <a:prstGeom prst="roundRect">
            <a:avLst>
              <a:gd name="adj" fmla="val 3636"/>
            </a:avLst>
          </a:prstGeom>
          <a:solidFill>
            <a:srgbClr val="052A2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" y="3602736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2" name="Text 20"/>
          <p:cNvSpPr/>
          <p:nvPr/>
        </p:nvSpPr>
        <p:spPr>
          <a:xfrm>
            <a:off x="1207008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nested fields with dot notation and match array contents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98678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4" name="Text 22"/>
          <p:cNvSpPr/>
          <p:nvPr/>
        </p:nvSpPr>
        <p:spPr>
          <a:xfrm>
            <a:off x="1207008" y="3831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output with projection, and order it with sort()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4370832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6" name="Text 24"/>
          <p:cNvSpPr/>
          <p:nvPr/>
        </p:nvSpPr>
        <p:spPr>
          <a:xfrm>
            <a:off x="1207008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through large result sets with skip() and limit()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" y="4754880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8" name="Text 26"/>
          <p:cNvSpPr/>
          <p:nvPr/>
        </p:nvSpPr>
        <p:spPr>
          <a:xfrm>
            <a:off x="1207008" y="45994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pattern with regex, and pull unique values with distinct()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5193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Phase 4 — Data Modeling.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3 · MongoDB Querying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MongoDB MERN Training</dc:creator>
  <cp:lastModifiedBy>MongoDB MERN Training</cp:lastModifiedBy>
  <cp:revision>1</cp:revision>
  <dcterms:created xsi:type="dcterms:W3CDTF">2026-09-15T10:07:03Z</dcterms:created>
  <dcterms:modified xsi:type="dcterms:W3CDTF">2026-09-15T10:07:03Z</dcterms:modified>
</cp:coreProperties>
</file>