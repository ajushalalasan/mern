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· PHASE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Data Modeling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related data should be organized and stored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00E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vs referencing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2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09160" y="1124712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0881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MongoDB's flexible schema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65376"/>
            <a:ext cx="0" cy="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709160" y="2167128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embedding data vs referencing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07792"/>
            <a:ext cx="0" cy="0"/>
          </a:xfrm>
          <a:prstGeom prst="lin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60" y="3209544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729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one-to-one, one-to-many, and many-to-many relationships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3950208"/>
            <a:ext cx="0" cy="0"/>
          </a:xfrm>
          <a:prstGeom prst="lin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2153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simple framework for choosing embed vs reference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4992624"/>
            <a:ext cx="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9160" y="5294376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best practices to a real schema design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modeling?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means deciding how data should be organized and stored. It answers: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collections do we need?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0083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fields are required?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77647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should be embedded?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5445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should be referenced?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49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31266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documents related to one another?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RIGID TABLES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MongoDB's flexible schema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B — same collection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"Priya",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23,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"priya@gmail.com"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in the same collection can carry different fields — the schema adapts to the data.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 COLLECTIONS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705356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7053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— what are the "things" in the app?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596896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555748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5557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596896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— what data does each one hold?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118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447288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40614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4061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447288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— how are they connected?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968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297680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4256532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297680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patterns — how will the app read and write this data?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51760" y="5148072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5106924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51069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5148072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design — the resulting schema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stored inside the same document.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"city": "Chennai",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"pincode": 600001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data belongs together, is accessed together, and stays relatively small.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SEPARATE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Referenced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stored in a separate collection and linked by an 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101, "name": "Arun", "courseId": 501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Courses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501, "name": "MERN" 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data is large, shared, changes independently, or the relationship is complex.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vs referencing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01752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querying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require $lookup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small related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large / shared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SHAPES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and one-to-many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(embedded)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"passport":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"number": "P12345",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"country": "India"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(embedded)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"department": "IT",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"employees": [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"Arun", "Priya", "Rahul"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↔ Passport is one-to-one; Department ↔ Employees is one-to-many.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by reference, and many-to-many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(referenced)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Department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101, "name": "IT"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Employee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"departmentId": 101 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"courseIds": [101, 102]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Course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101, "name": "MERN" 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Arun takes MERN and Java; MERN is taken by both Arun and Priya.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FRAMEWORK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embed or reference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7568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related data always accessed together?  → Consider embedding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5021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large or shared across documents?  → Consider referencing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00176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9651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related data change independently?  → Consider referencing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001E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what you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together.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what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grows, changes,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is shared.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 example — e-commerce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81165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8116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User, Product, Order, Category, Payment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48031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80949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87464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874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80949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places Orders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543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248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93763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93763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87248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reference Products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460629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93547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5000625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500062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93547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design: embed order line-items, reference products by 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best practices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app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based on application requirements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read/write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scalability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field names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54496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4496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healthy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3737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57416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duplication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57416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frequently accessed related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57416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large or shared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documents manageable in size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exercise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Employee, Department,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collections are needed?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are required?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shape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3737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57416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should be embedded?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7376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57416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should be referenced?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57416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relationships exist between entities?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Summary — Data Modeling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89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28689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605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77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977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894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66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73266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182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554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10607040" cy="3017520"/>
          </a:xfrm>
          <a:prstGeom prst="roundRect">
            <a:avLst>
              <a:gd name="adj" fmla="val 3636"/>
            </a:avLst>
          </a:prstGeom>
          <a:solidFill>
            <a:srgbClr val="052A2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3602736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MongoDB's flexible, per-document schema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98678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4" name="Text 22"/>
          <p:cNvSpPr/>
          <p:nvPr/>
        </p:nvSpPr>
        <p:spPr>
          <a:xfrm>
            <a:off x="1207008" y="3831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embedding and referencing for a given relationship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4370832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008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one-to-one, one-to-many, and many-to-many data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8" name="Text 26"/>
          <p:cNvSpPr/>
          <p:nvPr/>
        </p:nvSpPr>
        <p:spPr>
          <a:xfrm>
            <a:off x="1207008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modeling best practices to a real system 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Phase 5 — Aggregation.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· MongoDB Data Modeling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MongoDB MERN Training</dc:creator>
  <cp:lastModifiedBy>MongoDB MERN Training</cp:lastModifiedBy>
  <cp:revision>1</cp:revision>
  <dcterms:created xsi:type="dcterms:W3CDTF">2026-09-15T10:07:28Z</dcterms:created>
  <dcterms:modified xsi:type="dcterms:W3CDTF">2026-09-15T10:07:28Z</dcterms:modified>
</cp:coreProperties>
</file>