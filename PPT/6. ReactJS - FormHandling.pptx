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32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572000"/>
            <a:ext cx="2743200" cy="2743200"/>
          </a:xfrm>
          <a:prstGeom prst="ellipse">
            <a:avLst/>
          </a:prstGeom>
          <a:solidFill>
            <a:srgbClr val="1A20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•  UI DEVELOPMENT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Handling in React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&amp; uncontrolled components, validation with React Hook Form,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real-world implementation patterns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280160" cy="0"/>
          </a:xfrm>
          <a:prstGeom prst="line">
            <a:avLst/>
          </a:prstGeom>
          <a:noFill/>
          <a:ln w="38100">
            <a:solidFill>
              <a:srgbClr val="61DAF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550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Form Handling?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89320" y="160020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needs a deliberate strategy for inputs and state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569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9320" y="251460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drive form values through React state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290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4838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342900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DOM hold state; read it via refs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434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398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9320" y="434340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validation and submission with React Hook Form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578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53126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89320" y="525780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you'll actually ship: auth, search, checkout, surveys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Form Handling?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forms in React means managing the state of form elements and the user input flowing through them.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controlled-components approach keeps input, textarea, and select values inside your component's state — the single source of truth.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78992" cy="777240"/>
          </a:xfrm>
          <a:prstGeom prst="roundRect">
            <a:avLst>
              <a:gd name="adj" fmla="val 8235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19072" y="420624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75104" y="4206240"/>
            <a:ext cx="1078992" cy="777240"/>
          </a:xfrm>
          <a:prstGeom prst="roundRect">
            <a:avLst>
              <a:gd name="adj" fmla="val 8235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5104" y="4206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Fires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54096" y="420624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10128" y="4206240"/>
            <a:ext cx="1078992" cy="777240"/>
          </a:xfrm>
          <a:prstGeom prst="roundRect">
            <a:avLst>
              <a:gd name="adj" fmla="val 8235"/>
            </a:avLst>
          </a:prstGeom>
          <a:solidFill>
            <a:srgbClr val="61DA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4206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0" y="4206240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45152" y="4206240"/>
            <a:ext cx="1078992" cy="777240"/>
          </a:xfrm>
          <a:prstGeom prst="roundRect">
            <a:avLst>
              <a:gd name="adj" fmla="val 8235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4206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Re-renders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150876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121736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783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Manage Form State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03720" y="2423160"/>
            <a:ext cx="502920" cy="50292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0" y="2377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drives the input's value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03720" y="3246120"/>
            <a:ext cx="502920" cy="502920"/>
          </a:xfrm>
          <a:prstGeom prst="ellipse">
            <a:avLst/>
          </a:prstGeom>
          <a:solidFill>
            <a:srgbClr val="3A4478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3200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holds the value; refs read 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4069080"/>
            <a:ext cx="4251960" cy="0"/>
          </a:xfrm>
          <a:prstGeom prst="line">
            <a:avLst/>
          </a:prstGeom>
          <a:noFill/>
          <a:ln w="12700">
            <a:solidFill>
              <a:srgbClr val="323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4251960"/>
            <a:ext cx="4251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apps use controlled inputs for validation-heavy forms, and uncontrolled inputs for simple, high-frequency fields like search boxes.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vs. Uncontrolled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12173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Driven by React State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05840" y="3044952"/>
            <a:ext cx="91440" cy="91440"/>
          </a:xfrm>
          <a:prstGeom prst="ellipse">
            <a:avLst/>
          </a:prstGeom>
          <a:solidFill>
            <a:srgbClr val="2AA9C9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8986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 are controlled by React state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822192"/>
            <a:ext cx="91440" cy="91440"/>
          </a:xfrm>
          <a:prstGeom prst="ellipse">
            <a:avLst/>
          </a:prstGeom>
          <a:solidFill>
            <a:srgbClr val="2AA9C9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6758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values live in the component's 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599432"/>
            <a:ext cx="91440" cy="91440"/>
          </a:xfrm>
          <a:prstGeom prst="ellipse">
            <a:avLst/>
          </a:prstGeom>
          <a:solidFill>
            <a:srgbClr val="2AA9C9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4531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through React state-setter functions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Driven by the DOM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629400" y="3044952"/>
            <a:ext cx="91440" cy="91440"/>
          </a:xfrm>
          <a:prstGeom prst="ellipse">
            <a:avLst/>
          </a:prstGeom>
          <a:solidFill>
            <a:srgbClr val="2AA9C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8986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elements keep their own internal state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29400" y="3822192"/>
            <a:ext cx="91440" cy="91440"/>
          </a:xfrm>
          <a:prstGeom prst="ellipse">
            <a:avLst/>
          </a:prstGeom>
          <a:solidFill>
            <a:srgbClr val="2AA9C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6758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— not React — is the source of truth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4599432"/>
            <a:ext cx="91440" cy="91440"/>
          </a:xfrm>
          <a:prstGeom prst="ellipse">
            <a:avLst/>
          </a:prstGeom>
          <a:solidFill>
            <a:srgbClr val="2AA9C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4531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are used to read values only when needed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232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3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Components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 State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state to store the form's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343400"/>
          </a:xfrm>
          <a:prstGeom prst="roundRect">
            <a:avLst>
              <a:gd name="adj" fmla="val 1684"/>
            </a:avLst>
          </a:prstGeom>
          <a:solidFill>
            <a:srgbClr val="232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671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1671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1671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MyForm() 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[formData, setFormData] = useState({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'',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'',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username, password } = formData;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Input Changes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function to handle changes in form input and update state accordingly.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343400"/>
          </a:xfrm>
          <a:prstGeom prst="roundRect">
            <a:avLst>
              <a:gd name="adj" fmla="val 1684"/>
            </a:avLst>
          </a:prstGeom>
          <a:solidFill>
            <a:srgbClr val="232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671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1671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1671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handleChange = (e) =&gt; 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value } = e.target;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setFormData({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...formData,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[name]: value,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Form Submission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function to handle form submission.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343400"/>
          </a:xfrm>
          <a:prstGeom prst="roundRect">
            <a:avLst>
              <a:gd name="adj" fmla="val 1684"/>
            </a:avLst>
          </a:prstGeom>
          <a:solidFill>
            <a:srgbClr val="232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671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1671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1671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handleSubmit = (e) =&gt; 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Send formData to a server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console.log('Form submitted:', formData);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 · 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the 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form using controlled input elements bound to state.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232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671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1671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1671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332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onSubmit={handleSubmit}&gt;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&lt;label&gt;Username: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type="text" name="username"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value={username} onChange={handleChange} /&gt;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&lt;/label&gt;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&lt;br /&gt;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&lt;label&gt;Password: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type="password" name="password"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value={password} onChange={handleChange} /&gt;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&lt;/label&gt;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&lt;br /&gt;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type="submit"&gt;Submit&lt;/button&gt;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&lt;/form&gt;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232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3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Uncontrolled Components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Refs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refs for the form elements you need to read from later.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343400"/>
          </a:xfrm>
          <a:prstGeom prst="roundRect">
            <a:avLst>
              <a:gd name="adj" fmla="val 1684"/>
            </a:avLst>
          </a:prstGeom>
          <a:solidFill>
            <a:srgbClr val="232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671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1671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1671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React, { useRef } from 'react';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MyForm() 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usernameRef = useRef();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passwordRef = useRef();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Form Submission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submission and access input values through refs.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343400"/>
          </a:xfrm>
          <a:prstGeom prst="roundRect">
            <a:avLst>
              <a:gd name="adj" fmla="val 1684"/>
            </a:avLst>
          </a:prstGeom>
          <a:solidFill>
            <a:srgbClr val="232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671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1671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1671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handleSubmit = (e) =&gt; 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usernameValue = usernameRef.current.value;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passwordValue = passwordRef.current.value;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console.log('Form submitted:', {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usernameValue,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passwordValue,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the 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form using uncontrolled input elements tied to refs.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343400"/>
          </a:xfrm>
          <a:prstGeom prst="roundRect">
            <a:avLst>
              <a:gd name="adj" fmla="val 1684"/>
            </a:avLst>
          </a:prstGeom>
          <a:solidFill>
            <a:srgbClr val="232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671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1671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1671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onSubmit={handleSubmit}&gt;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&lt;label&gt;Username: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type="text" ref={usernameRef} /&gt;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&lt;/label&gt;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&lt;br /&gt;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&lt;label&gt;Password: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type="password" ref={passwordRef} /&gt;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&lt;/label&gt;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&lt;br /&gt;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type="submit"&gt;Submit&lt;/button&gt;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&lt;/form&gt;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vs. Uncontrolled — At a Glance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7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truth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7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from state anytime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via ref on 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7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Re-renders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every keystroke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from typing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7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Easy, real-time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on submit/blur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7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checkout, complex 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boxes, file inputs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232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3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React Hook 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is a popular library for managing forms in React applications, built around React's hooks.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simplifies building and handling forms by providing custom hooks for state, validation, and submission — with far fewer re-renders than plain controlled forms.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12173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2336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4023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react-hook-form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37960" y="150876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reach for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0" y="2286000"/>
            <a:ext cx="329184" cy="32918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2240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re-renders via uncontrolled internals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2944368"/>
            <a:ext cx="329184" cy="32918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2898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bundle size, no external dependencies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0" y="3602736"/>
            <a:ext cx="329184" cy="32918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602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355701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 + schema-library support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4261104"/>
            <a:ext cx="329184" cy="329184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261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60920" y="42153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cleanly to dynamic, multi-step forms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7744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Hook-Based Approach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 hooks — useForm, useFieldArray, useController — to manage every aspect of form handling.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61772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Re-renders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470916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uncontrolled components internally and avoids React state on every keystroke, cutting unnecessary re-renders.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7744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State Management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useForm hook manages values, errors, touched fields, and other form state in one place.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61772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470916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Well-suited to forms whose fields change shape — add, remove, or rearrange inputs dynamically.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Reuse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7744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Support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validation, plus easy integration with schema libraries like yup. Errors are accessible per field.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61772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470916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wrapping form logic in custom hooks so common patterns can be reused across forms.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7744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Form State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Straightforward access lets you interact with and manipulate form data, errors, and metadata directly.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61772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Performance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470916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unnecessary re-renders, which matters most in large, complex, field-heavy forms.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&amp;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7744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Integration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cleanly with React Router, Redux, and other React tooling with no special adapters.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617720"/>
            <a:ext cx="640080" cy="64008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API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470916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an imperative API for controlling form actions programmatically in complex workflows.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232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3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patterns show up in production apps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822960" cy="0"/>
          </a:xfrm>
          <a:prstGeom prst="line">
            <a:avLst/>
          </a:prstGeom>
          <a:noFill/>
          <a:ln w="38100">
            <a:solidFill>
              <a:srgbClr val="2AA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84248"/>
            <a:ext cx="548640" cy="54864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947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Sign-Up Forms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651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password fields track state on every keystroke, so error messages ('Passwords don't match') can appear instantly, before submission.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1984248"/>
            <a:ext cx="548640" cy="54864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1947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6948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&amp; Filters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6248" y="2651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bars and admin filter panels read input via a ref (often debounced) instead of re-rendering on every character typed.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4270248"/>
            <a:ext cx="548640" cy="54864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233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45920" y="4489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Checkout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37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billing, and payment steps validate independently per step, while useForm keeps all collected data intact across the wizard.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9776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5F7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56248" y="4270248"/>
            <a:ext cx="548640" cy="548640"/>
          </a:xfrm>
          <a:prstGeom prst="ellipse">
            <a:avLst/>
          </a:prstGeom>
          <a:solidFill>
            <a:srgbClr val="121736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69480" y="4233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69480" y="4489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Survey Forms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56248" y="4937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useFieldArray lets users add or remove repeatable sections on the fly — work history, product line items, or extra guests.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VALIDATION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Inline Email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newsletter sign-up or checkout email field that flags a bad address the moment the user leaves it — using React Hook Form's register API with a validation rule.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80720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into the Email field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365760" cy="365760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3741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blur, the pattern rule runs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68496"/>
            <a:ext cx="365760" cy="36576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94106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errors.email populates if invalid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35424"/>
            <a:ext cx="365760" cy="365760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50799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renders next to the field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280160"/>
            <a:ext cx="5120640" cy="5029200"/>
          </a:xfrm>
          <a:prstGeom prst="roundRect">
            <a:avLst>
              <a:gd name="adj" fmla="val 1455"/>
            </a:avLst>
          </a:prstGeom>
          <a:solidFill>
            <a:srgbClr val="232B4D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1481328"/>
            <a:ext cx="128016" cy="128016"/>
          </a:xfrm>
          <a:prstGeom prst="ellipse">
            <a:avLst/>
          </a:prstGeom>
          <a:solidFill>
            <a:srgbClr val="EA6A5D"/>
          </a:solidFill>
          <a:ln/>
        </p:spPr>
      </p:sp>
      <p:sp>
        <p:nvSpPr>
          <p:cNvPr id="19" name="Shape 17"/>
          <p:cNvSpPr/>
          <p:nvPr/>
        </p:nvSpPr>
        <p:spPr>
          <a:xfrm>
            <a:off x="6931152" y="1481328"/>
            <a:ext cx="128016" cy="128016"/>
          </a:xfrm>
          <a:prstGeom prst="ellipse">
            <a:avLst/>
          </a:prstGeom>
          <a:solidFill>
            <a:srgbClr val="F5C563"/>
          </a:solidFill>
          <a:ln/>
        </p:spPr>
      </p:sp>
      <p:sp>
        <p:nvSpPr>
          <p:cNvPr id="20" name="Shape 18"/>
          <p:cNvSpPr/>
          <p:nvPr/>
        </p:nvSpPr>
        <p:spPr>
          <a:xfrm>
            <a:off x="7187184" y="1481328"/>
            <a:ext cx="128016" cy="128016"/>
          </a:xfrm>
          <a:prstGeom prst="ellipse">
            <a:avLst/>
          </a:prstGeom>
          <a:solidFill>
            <a:srgbClr val="62C48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783080"/>
            <a:ext cx="4572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register, handleSubmit,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formState: { errors } } = useForm();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{...register("email",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required: "Email is required",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pattern: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/^\S+@\S+\.\S+$/,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"Enter a valid email",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 /&gt;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{errors.email &amp;&amp;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&lt;span&gt;{errors.email.message}&lt;/span&gt;}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in React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32B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1A20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68680" y="3611880"/>
            <a:ext cx="1280160" cy="0"/>
          </a:xfrm>
          <a:prstGeom prst="line">
            <a:avLst/>
          </a:prstGeom>
          <a:noFill/>
          <a:ln w="381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controlled components, React Hook Form, or applying these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to your own forms?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2026-08-27T11:05:37Z</dcterms:created>
  <dcterms:modified xsi:type="dcterms:W3CDTF">2026-08-27T11:05:37Z</dcterms:modified>
</cp:coreProperties>
</file>