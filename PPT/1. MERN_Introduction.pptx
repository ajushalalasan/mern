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66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</a:t>
            </a: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Started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Express.js · React.js · Node.js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E8B1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JavaScript Development — From Zero to Production</a:t>
            </a:r>
            <a:endParaRPr lang="en-US" sz="1400" dirty="0"/>
          </a:p>
        </p:txBody>
      </p:sp>
      <p:pic>
        <p:nvPicPr>
          <p:cNvPr id="10" name="Image 0" descr="icon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4892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Full Stack Development?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772" y="20391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and interacts with in the browser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6002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2910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_n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2" y="20391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20440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logic that processes requests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802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_mongo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612" y="20391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09360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application data is stored and retrieved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6002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0694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_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1532" y="20391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098280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connecting frontend and backend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Response Flow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77240" y="47091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27" name="Text 21"/>
          <p:cNvSpPr/>
          <p:nvPr/>
        </p:nvSpPr>
        <p:spPr>
          <a:xfrm>
            <a:off x="777240" y="4709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2630043" y="4983480"/>
            <a:ext cx="112014" cy="3200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2766060" y="47091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8B14E"/>
          </a:solidFill>
          <a:ln/>
        </p:spPr>
      </p:sp>
      <p:sp>
        <p:nvSpPr>
          <p:cNvPr id="30" name="Text 24"/>
          <p:cNvSpPr/>
          <p:nvPr/>
        </p:nvSpPr>
        <p:spPr>
          <a:xfrm>
            <a:off x="2766060" y="4709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4618863" y="4983480"/>
            <a:ext cx="112014" cy="3200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32" name="Shape 26"/>
          <p:cNvSpPr/>
          <p:nvPr/>
        </p:nvSpPr>
        <p:spPr>
          <a:xfrm>
            <a:off x="4754880" y="47091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33" name="Text 27"/>
          <p:cNvSpPr/>
          <p:nvPr/>
        </p:nvSpPr>
        <p:spPr>
          <a:xfrm>
            <a:off x="4754880" y="4709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HTTP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6607683" y="4983480"/>
            <a:ext cx="112014" cy="3200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35" name="Shape 29"/>
          <p:cNvSpPr/>
          <p:nvPr/>
        </p:nvSpPr>
        <p:spPr>
          <a:xfrm>
            <a:off x="6743700" y="47091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8B14E"/>
          </a:solidFill>
          <a:ln/>
        </p:spPr>
      </p:sp>
      <p:sp>
        <p:nvSpPr>
          <p:cNvPr id="36" name="Text 30"/>
          <p:cNvSpPr/>
          <p:nvPr/>
        </p:nvSpPr>
        <p:spPr>
          <a:xfrm>
            <a:off x="6743700" y="4709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 + Express)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8596503" y="4983480"/>
            <a:ext cx="112014" cy="3200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38" name="Shape 32"/>
          <p:cNvSpPr/>
          <p:nvPr/>
        </p:nvSpPr>
        <p:spPr>
          <a:xfrm>
            <a:off x="8732520" y="47091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39" name="Text 33"/>
          <p:cNvSpPr/>
          <p:nvPr/>
        </p:nvSpPr>
        <p:spPr>
          <a:xfrm>
            <a:off x="8732520" y="4709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(MongoDB)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MERN?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19072"/>
            <a:ext cx="585216" cy="585216"/>
          </a:xfrm>
          <a:prstGeom prst="ellipse">
            <a:avLst/>
          </a:prstGeom>
          <a:solidFill>
            <a:srgbClr val="47A24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pic>
        <p:nvPicPr>
          <p:cNvPr id="7" name="Image 0" descr="icon_mongo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75564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160" y="16276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554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3347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79806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9806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pic>
        <p:nvPicPr>
          <p:cNvPr id="13" name="Image 1" descr="icon_exp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834640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23160" y="27066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00800" y="263347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712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3877056"/>
            <a:ext cx="585216" cy="585216"/>
          </a:xfrm>
          <a:prstGeom prst="ellipse">
            <a:avLst/>
          </a:prstGeom>
          <a:solidFill>
            <a:srgbClr val="0F7A99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387705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pic>
        <p:nvPicPr>
          <p:cNvPr id="19" name="Image 2" descr="icon_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3913632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23160" y="37856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400800" y="3712464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479145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4956048"/>
            <a:ext cx="585216" cy="585216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9560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400" dirty="0"/>
          </a:p>
        </p:txBody>
      </p:sp>
      <p:pic>
        <p:nvPicPr>
          <p:cNvPr id="25" name="Image 3" descr="icon_n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4992624"/>
            <a:ext cx="512064" cy="5120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423160" y="48646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400800" y="4791456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8B14E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lets you build a complete web application using JavaScript across the entire stack.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MERN?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26317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50592"/>
            <a:ext cx="402336" cy="402336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50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2860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throughout the entire stack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26317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410712"/>
            <a:ext cx="402336" cy="402336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10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2461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frontend with React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263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370832"/>
            <a:ext cx="402336" cy="402336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70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2062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development with Express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26317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330952"/>
            <a:ext cx="402336" cy="402336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30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1663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MongoDB's flexible, document-based database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09360" y="228600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26317A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2450592"/>
            <a:ext cx="402336" cy="402336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450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22860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ecosystem &amp; community support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09360" y="32461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26317A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3410712"/>
            <a:ext cx="402336" cy="402336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410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32461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growing industry adoption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09360" y="420624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26317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4370832"/>
            <a:ext cx="402336" cy="402336"/>
          </a:xfrm>
          <a:prstGeom prst="ellipse">
            <a:avLst/>
          </a:prstGeom>
          <a:solidFill>
            <a:srgbClr val="E8B14E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370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42062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integration between frontend and backend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MERN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Online Shopping App — “Add to Cart”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icon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011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“Add to Cart”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1" descr="icon_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0116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sends an API request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82753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18" name="Image 2" descr="icon_expr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20116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receives the request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794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7"/>
          <p:cNvSpPr/>
          <p:nvPr/>
        </p:nvSpPr>
        <p:spPr>
          <a:xfrm>
            <a:off x="7772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23" name="Image 3" descr="icon_n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40233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47091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processes the request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297680" y="3794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1"/>
          <p:cNvSpPr/>
          <p:nvPr/>
        </p:nvSpPr>
        <p:spPr>
          <a:xfrm>
            <a:off x="45262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28" name="Image 4" descr="icon_mongo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402336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26280" y="47091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the cart data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046720" y="3794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5"/>
          <p:cNvSpPr/>
          <p:nvPr/>
        </p:nvSpPr>
        <p:spPr>
          <a:xfrm>
            <a:off x="82753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33" name="Image 5" descr="icon_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0" y="402336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275320" y="47091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 → React updates UI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INDUSTRY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Applications Built Using MERN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powers much of the UI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554480"/>
            <a:ext cx="731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0299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built with React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554480"/>
            <a:ext cx="731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0299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was created here; powers the UI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88920"/>
            <a:ext cx="731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Web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32644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 built with React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27889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788920"/>
            <a:ext cx="731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32644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Node.js across the platform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27889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2788920"/>
            <a:ext cx="731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32644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Node.js in its tech stack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23360"/>
            <a:ext cx="731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" y="44988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frontend, Node.js real-time backend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40233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4023360"/>
            <a:ext cx="731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0" y="44988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powers backend services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38160" y="40233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4023360"/>
            <a:ext cx="731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Labs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66760" y="44988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React in various services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production apps rarely use a “pure” MERN stack — they layer in TypeScript, GraphQL, Next.js, and microservices. The core building blocks (React + Node.js) are exactly what you're learning.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Basics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Basic browser concepts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HTTP basics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C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11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Variables &amp; Data Types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299923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Operators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3438144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Conditions &amp; Loops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3877056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Functions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0" y="431596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Arrays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7548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Objects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B14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will revise the required JavaScript concepts before moving deeply into React.”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80136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404" y="19476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51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6002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92140" y="180136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_n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194767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2651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046720" y="16002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441180" y="180136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con_n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484" y="1947672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2651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4747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943100" y="367588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icon_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9404" y="382219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" y="4526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297680" y="34747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692140" y="367588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icon_mongo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444" y="3822192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89120" y="4526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046720" y="34747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441180" y="367588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icon_postm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7484" y="3822192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38160" y="4526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covering full installation today — this is a conceptual overview of the toolkit.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ORGANIZATION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MERN Project is Structured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my-mern-project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frontend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React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backend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Node.js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Express.js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database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MongoDB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0760" y="1600200"/>
            <a:ext cx="5532120" cy="4206240"/>
          </a:xfrm>
          <a:prstGeom prst="roundRect">
            <a:avLst>
              <a:gd name="adj" fmla="val 2174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project grows, this expands into: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42316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423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242316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2423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/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320040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 /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97764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977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 /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9680" y="397764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3977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 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THE JOURNEY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of the Entire Course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" y="168249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6352" y="182880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3B4590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07792" y="182880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70048" y="168249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38344" y="182880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9784" y="182880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68249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0336" y="182880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3B4590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51776" y="182880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 Redux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14032" y="168249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82328" y="182880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73768" y="182880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36024" y="168249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338328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3B4590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38328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" y="323697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16352" y="338328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07792" y="338328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70048" y="323697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38344" y="338328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3B4590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29784" y="338328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92040" y="323697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60336" y="338328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51776" y="338328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114032" y="323697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14032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482328" y="338328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3B4590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573768" y="338328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336024" y="323697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36024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4360" y="493776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5800" y="493776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MERN Integration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48056" y="479145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" y="4791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816352" y="493776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3B4590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907792" y="493776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670048" y="479145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70048" y="4791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38344" y="493776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129784" y="493776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892040" y="479145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4791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260336" y="493776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3B4590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51776" y="493776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114032" y="479145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14032" y="4791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482328" y="4937760"/>
            <a:ext cx="2084832" cy="1234440"/>
          </a:xfrm>
          <a:prstGeom prst="roundRect">
            <a:avLst>
              <a:gd name="adj" fmla="val 10370"/>
            </a:avLst>
          </a:prstGeom>
          <a:solidFill>
            <a:srgbClr val="E8B14E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573768" y="4937760"/>
            <a:ext cx="19019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336024" y="4791456"/>
            <a:ext cx="384048" cy="384048"/>
          </a:xfrm>
          <a:prstGeom prst="ellipse">
            <a:avLst/>
          </a:prstGeom>
          <a:solidFill>
            <a:srgbClr val="1B1F3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36024" y="4791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276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305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334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36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39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1422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45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1480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29" name="Image 0" descr="icon_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23" y="1505243"/>
            <a:ext cx="2518117" cy="2518117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687994" y="440107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B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Day 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590</Words>
  <Application>Microsoft Office PowerPoint</Application>
  <PresentationFormat>Widescreen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6</cp:revision>
  <dcterms:created xsi:type="dcterms:W3CDTF">2026-08-22T10:28:48Z</dcterms:created>
  <dcterms:modified xsi:type="dcterms:W3CDTF">2026-08-22T12:48:43Z</dcterms:modified>
</cp:coreProperties>
</file>