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114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822960"/>
            <a:ext cx="4663440" cy="4663440"/>
          </a:xfrm>
          <a:prstGeom prst="ellipse">
            <a:avLst/>
          </a:prstGeom>
          <a:solidFill>
            <a:srgbClr val="E7F3EC"/>
          </a:solidFill>
          <a:ln w="6350">
            <a:solidFill>
              <a:srgbClr val="E7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37160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2 of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 — Web Framework for Node.js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26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914400"/>
            <a:ext cx="4572000" cy="524900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6459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introduction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creation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parameters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Express.js?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is a web framework for Node.js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HTTP request/response handling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routing and middleware support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2392985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build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722169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877617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722169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3270809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3426257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270809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3819449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974897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819449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applications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050085"/>
            <a:ext cx="5029200" cy="3026664"/>
          </a:xfrm>
          <a:prstGeom prst="roundRect">
            <a:avLst>
              <a:gd name="adj" fmla="val 2417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168957"/>
            <a:ext cx="4700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Node.js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Environment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Express.js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Web Framework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REST API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Express Application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82188" y="1928165"/>
            <a:ext cx="5227320" cy="812038"/>
          </a:xfrm>
          <a:prstGeom prst="roundRect">
            <a:avLst>
              <a:gd name="adj" fmla="val 900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46780" y="2019605"/>
            <a:ext cx="489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46780" y="2357933"/>
            <a:ext cx="4898136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82188" y="2968803"/>
            <a:ext cx="5227320" cy="2392426"/>
          </a:xfrm>
          <a:prstGeom prst="roundRect">
            <a:avLst>
              <a:gd name="adj" fmla="val 305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46780" y="3060243"/>
            <a:ext cx="489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46780" y="3398571"/>
            <a:ext cx="4898136" cy="1889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 from "express";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app.listen(3000, () =&gt; {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console.log("Server running");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vs Plain http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89608" y="2272284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module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if/else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app.get(), app.post()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body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parsing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express.json()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size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and readable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4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 and process.env.PORT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environment variable so the app runs anywhere.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3000 for local development.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61387"/>
            <a:ext cx="5882335" cy="1322324"/>
          </a:xfrm>
          <a:prstGeom prst="roundRect">
            <a:avLst>
              <a:gd name="adj" fmla="val 553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80259"/>
            <a:ext cx="5553151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process.env.PORT || 3000;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app.listen(PORT, ()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console.log("Server running on port " + PORT);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Express Route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F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2000" dirty="0"/>
          </a:p>
          <a:p>
            <a:pPr marL="0" indent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Express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468423"/>
            <a:ext cx="5882335" cy="1632204"/>
          </a:xfrm>
          <a:prstGeom prst="roundRect">
            <a:avLst>
              <a:gd name="adj" fmla="val 448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587295"/>
            <a:ext cx="5553151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app.get("/", (req, res) =&gt; {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res.send("Welcome to Express");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Route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runs only when both the method and the path match.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03284"/>
            <a:ext cx="5882335" cy="1515999"/>
          </a:xfrm>
          <a:prstGeom prst="roundRect">
            <a:avLst>
              <a:gd name="adj" fmla="val 4825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22156"/>
            <a:ext cx="5553151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app.METHOD( PATH , HANDLER )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 → get, post, put, patch, delete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   → "/", "/products", "/products/:id"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 → (req, res) =&gt; { ... }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Express Basics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Express and why use it instead of the plain http module?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Express server with routes GET / and GET /about.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open a URL for which no route is defined?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process.env.PORT instead of a fixed port?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GET /time route that returns the current date as text.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75154"/>
            <a:ext cx="5882335" cy="1943100"/>
          </a:xfrm>
          <a:prstGeom prst="roundRect">
            <a:avLst>
              <a:gd name="adj" fmla="val 3765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66594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2804922"/>
            <a:ext cx="5553151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 → Read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 → Create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 → Update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  → Partial Update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 → Delete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uses resources and HTTP methods.</a:t>
            </a:r>
            <a:endParaRPr lang="en-US" sz="2000" dirty="0"/>
          </a:p>
          <a:p>
            <a:pPr marL="0" indent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468423"/>
            <a:ext cx="5882335" cy="1632204"/>
          </a:xfrm>
          <a:prstGeom prst="roundRect">
            <a:avLst>
              <a:gd name="adj" fmla="val 448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587295"/>
            <a:ext cx="5553151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 /products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 /products/101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 /products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 /products/101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 /products/101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Principles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9222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constraints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95144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656332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95144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separation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10148" y="2295144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2656332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2295144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requests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753612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392424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 responses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0148" y="3392424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3028" y="3753612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67348" y="3392424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interface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850892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489704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and Idempotent Methods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does not change data.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repeating gives the same result.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35124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Naming Best Practices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43888" y="2542489"/>
            <a:ext cx="3429000" cy="1385316"/>
          </a:xfrm>
          <a:prstGeom prst="roundRect">
            <a:avLst>
              <a:gd name="adj" fmla="val 528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08480" y="2633929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008480" y="2972257"/>
            <a:ext cx="3099816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/getProducts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/createProduct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/product_list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47208" y="2542489"/>
            <a:ext cx="4800600" cy="1385316"/>
          </a:xfrm>
          <a:prstGeom prst="roundRect">
            <a:avLst>
              <a:gd name="adj" fmla="val 528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11800" y="2633929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1800" y="2972257"/>
            <a:ext cx="4471416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/api/v1/products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/api/v1/products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/api/v1/users/5/orders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REST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these to RESTful routes: /getUsers, /addUser, /deleteUser/5.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'stateless' mean in REST?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PUT idempotent but POST is not?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routes for a Student resource with all CRUD operations.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use PATCH instead of PUT?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Object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contains information about the client request.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99209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properties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22839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38384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22839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277703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93248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77703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req.query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32567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48112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32567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387431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402976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87431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req.headers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442295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457840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442295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req.method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60720" y="4971593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5127041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971593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req.url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Object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is used to send a response.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744218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073402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22885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073402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2622042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77749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622042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170682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32613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170682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3719322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387477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719322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res.sendStatus()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4405122"/>
            <a:ext cx="5882335" cy="1385316"/>
          </a:xfrm>
          <a:prstGeom prst="roundRect">
            <a:avLst>
              <a:gd name="adj" fmla="val 528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25312" y="4496562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25312" y="4834890"/>
            <a:ext cx="5553151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res.status(200).json({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"Success"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34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Parameters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F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/products/101</a:t>
            </a:r>
            <a:endParaRPr lang="en-US" sz="2000" dirty="0"/>
          </a:p>
          <a:p>
            <a:pPr marL="0" indent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468423"/>
            <a:ext cx="5882335" cy="1632204"/>
          </a:xfrm>
          <a:prstGeom prst="roundRect">
            <a:avLst>
              <a:gd name="adj" fmla="val 448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587295"/>
            <a:ext cx="5553151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app.get("/products/:id", (req, res) =&gt; {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console.log(req.params.id);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34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Parameters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F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/products?category=laptop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75154"/>
            <a:ext cx="5882335" cy="1943100"/>
          </a:xfrm>
          <a:prstGeom prst="roundRect">
            <a:avLst>
              <a:gd name="adj" fmla="val 376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66594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2804922"/>
            <a:ext cx="5553151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app.get("/products", (req, res) =&gt; {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console.log(req.query.category);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Headers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carry metadata such as Content-Type and Authorization.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217420"/>
            <a:ext cx="5882335" cy="2468880"/>
          </a:xfrm>
          <a:prstGeom prst="roundRect">
            <a:avLst>
              <a:gd name="adj" fmla="val 296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336292"/>
            <a:ext cx="5553151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app.get("/info", (req, res) =&gt; {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console.log(req.headers["content-type"]);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console.log(req.headers.authorization);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console.log(req.get("User-Agent"));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res.send("Headers read");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Params + Query Together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F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/users/5/orders?status=paid&amp;limit=2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28977"/>
            <a:ext cx="5882335" cy="2097024"/>
          </a:xfrm>
          <a:prstGeom prst="roundRect">
            <a:avLst>
              <a:gd name="adj" fmla="val 348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47849"/>
            <a:ext cx="5553151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app.get("/users/:userId/orders", (req, res) =&gt; {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userId } = req.params;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status, limit } = req.query;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res.json({ userId, status, limit });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34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Files and Redirects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28798" y="2244242"/>
            <a:ext cx="6134100" cy="812038"/>
          </a:xfrm>
          <a:prstGeom prst="roundRect">
            <a:avLst>
              <a:gd name="adj" fmla="val 900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93390" y="2335682"/>
            <a:ext cx="580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folder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93390" y="2674010"/>
            <a:ext cx="5804916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app.use(express.static("public"));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028798" y="3284880"/>
            <a:ext cx="6134100" cy="1338834"/>
          </a:xfrm>
          <a:prstGeom prst="roundRect">
            <a:avLst>
              <a:gd name="adj" fmla="val 5464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93390" y="3376320"/>
            <a:ext cx="5804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response helpers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93390" y="3714648"/>
            <a:ext cx="5804916" cy="83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res.redirect("/login");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res.sendFile(path.resolve("index.html"));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res.download("report.pdf");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34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Request and Response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route GET /greet/:name that returns 'Hello &lt;name&gt;'.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GET /search?q=laptop&amp;limit=5 and return both values as JSON.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middleware is needed to read req.body from JSON, and what happens without it?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an index.html file from a public folder using Express.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res.send() and res.json()?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34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Body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req.body.name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req.body.price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141982"/>
            <a:ext cx="5882335" cy="827532"/>
          </a:xfrm>
          <a:prstGeom prst="roundRect">
            <a:avLst>
              <a:gd name="adj" fmla="val 884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233422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JSON parsing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2571750"/>
            <a:ext cx="55531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60720" y="3198114"/>
            <a:ext cx="5882335" cy="1664208"/>
          </a:xfrm>
          <a:prstGeom prst="roundRect">
            <a:avLst>
              <a:gd name="adj" fmla="val 4396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25312" y="3289554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25312" y="3627882"/>
            <a:ext cx="555315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"Laptop",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"price": 50000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Status Codes</a:t>
            </a:r>
            <a:endParaRPr lang="en-US" sz="3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95448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Server 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34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Response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941168" y="1864157"/>
            <a:ext cx="6309360" cy="3646424"/>
          </a:xfrm>
          <a:prstGeom prst="roundRect">
            <a:avLst>
              <a:gd name="adj" fmla="val 2006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05760" y="1983029"/>
            <a:ext cx="5980176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app.get("/products", (req, res) =&gt; {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res.status(200).json([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id: 1,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"Laptop",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price: 50000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 for CRUD</a:t>
            </a:r>
            <a:endParaRPr lang="en-US" sz="3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12568" y="2135124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 PATCH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or 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or 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34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Unknown Routes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this after all routes.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01088"/>
            <a:ext cx="5882335" cy="2189988"/>
          </a:xfrm>
          <a:prstGeom prst="roundRect">
            <a:avLst>
              <a:gd name="adj" fmla="val 334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19960"/>
            <a:ext cx="5553151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res) =&gt; {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res.status(404).json({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message: "Route not found"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34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APIs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or Thunder Client for GUI testing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for the command 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14905"/>
            <a:ext cx="5882335" cy="1477264"/>
          </a:xfrm>
          <a:prstGeom prst="roundRect">
            <a:avLst>
              <a:gd name="adj" fmla="val 495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33777"/>
            <a:ext cx="5553151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http://localhost:3000/products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http://localhost:3000/products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'{"name":"Laptop","price":50000}'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34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Status Codes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status code should POST /products return when a product is created?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401 and 403?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404 JSON when a product with the given id does not exist.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400 when the request body has no 'name' field.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POST request using curl or Postman and note the response status.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34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 CRUD: Read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1966417"/>
            <a:ext cx="9601200" cy="3305556"/>
          </a:xfrm>
          <a:prstGeom prst="roundRect">
            <a:avLst>
              <a:gd name="adj" fmla="val 221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085289"/>
            <a:ext cx="9272016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products = [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id: 1, name: "Laptop", price: 50000 },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id: 2, name: "Phone", price: 20000 }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app.get("/products", (req, res) =&gt; res.json(products));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app.get("/products/:id", (req, res) =&gt; {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product = products.find(p =&gt; p.id === Number(req.params.id));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(!product) return res.status(404).json({ message: "Not found" });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res.json(product);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34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 CRUD: Write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073326"/>
            <a:ext cx="9601200" cy="2949194"/>
          </a:xfrm>
          <a:prstGeom prst="roundRect">
            <a:avLst>
              <a:gd name="adj" fmla="val 2480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192198"/>
            <a:ext cx="9272016" cy="275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app.post("/products", (req, res) =&gt; {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product = { id: Date.now(), ...req.body };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products.push(product);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res.status(201).json(product);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app.delete("/products/:id", (req, res) =&gt; {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 = products.filter(p =&gt; p.id !== Number(req.params.id));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res.sendStatus(204);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34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Implement: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use an array instead of MongoDB.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75154"/>
            <a:ext cx="5882335" cy="1943100"/>
          </a:xfrm>
          <a:prstGeom prst="roundRect">
            <a:avLst>
              <a:gd name="adj" fmla="val 3765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66594"/>
            <a:ext cx="5553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2804922"/>
            <a:ext cx="5553151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/products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/products/:id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/products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/products/:id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/products/:id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34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Mini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Product API with an array and test every endpoint in Postman.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validation: name is required and price must be a number greater than 0.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GET /products?category=laptop filter.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404 when updating or deleting an id that does not exist.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build a Student API with name, course and marks.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  ·  PPT 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1735</Words>
  <Application>Microsoft Office PowerPoint</Application>
  <PresentationFormat>Widescreen</PresentationFormat>
  <Paragraphs>516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Express.js Fundamentals</dc:title>
  <dc:subject>PptxGenJS Presentation</dc:subject>
  <dc:creator>MERN Stack Series</dc:creator>
  <cp:lastModifiedBy>Lenovo</cp:lastModifiedBy>
  <cp:revision>2</cp:revision>
  <dcterms:created xsi:type="dcterms:W3CDTF">2026-10-01T10:53:52Z</dcterms:created>
  <dcterms:modified xsi:type="dcterms:W3CDTF">2026-10-01T12:40:09Z</dcterms:modified>
</cp:coreProperties>
</file>