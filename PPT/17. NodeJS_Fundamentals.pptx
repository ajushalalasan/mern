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4663440" cy="4663440"/>
          </a:xfrm>
          <a:prstGeom prst="ellipse">
            <a:avLst/>
          </a:prstGeom>
          <a:solidFill>
            <a:srgbClr val="E7F3EC"/>
          </a:solidFill>
          <a:ln w="6350">
            <a:solidFill>
              <a:srgbClr val="E7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of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— Server-Side JavaScript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Node.js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Engine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Programming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Basic Server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Node.js?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is a JavaScript runtime environment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JavaScript to run outside the browser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Google's V8 JavaScript engine</a:t>
            </a:r>
            <a:endParaRPr lang="en-US" sz="1800" dirty="0"/>
          </a:p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used for: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applications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8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applications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/ Server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Node.js?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3454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67335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for frontend and backend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67335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03454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67335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execution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3182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77063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77063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13182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77063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2910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86791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npm ecosystem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0148" y="386791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422910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7348" y="386791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real-time applications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32638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96519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integration with MongoDB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210148" y="496519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3028" y="532638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7348" y="496519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for REST API development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Thread + libuv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on one main thread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libuv provides the event loop and a thread pool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system, DNS and crypto tasks use the thread pool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I/O uses OS-level async mechanisms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CPU-heavy work can still block the main thread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68423"/>
            <a:ext cx="5882335" cy="1632204"/>
          </a:xfrm>
          <a:prstGeom prst="roundRect">
            <a:avLst>
              <a:gd name="adj" fmla="val 448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87295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(main thread)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Event Loop (libuv)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 Pool / 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can handle many I/O operations without creating a separate thread for every request.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1966417"/>
            <a:ext cx="5882335" cy="3305556"/>
          </a:xfrm>
          <a:prstGeom prst="roundRect">
            <a:avLst>
              <a:gd name="adj" fmla="val 2213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085289"/>
            <a:ext cx="5553151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Node.js Application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JavaScript 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V8 Engine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Event Loop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┌─────────┼─────────┐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    │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I/O   Network     DB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vs Browser JavaScript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5368" y="1860804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inside 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outside 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available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APIs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APIs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APIs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HTTP/server APIs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and process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replaces window in Node.js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globalThis works in both Node.js and browsers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describes the running program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2063801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process members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39298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5484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39298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process.argv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94162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09707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94162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49026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64571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49026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process.cwd()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403890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41943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403890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process.platform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458754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474299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58754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process.exit()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Node.js Basics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Node.js a language, a framework or a runtime? Explain in one line.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there no window or DOM objects in Node.js?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differences between browser JavaScript and Node.js.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is single-threaded. How can it still handle many requests?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 that prints process.platform and run it from the terminal.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vs Asynchronous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369668" y="2237994"/>
            <a:ext cx="2926080" cy="1943100"/>
          </a:xfrm>
          <a:prstGeom prst="roundRect">
            <a:avLst>
              <a:gd name="adj" fmla="val 376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34260" y="232943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34260" y="2667762"/>
            <a:ext cx="2596896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369668" y="425424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waits for the previous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0068" y="2237994"/>
            <a:ext cx="4251960" cy="1943100"/>
          </a:xfrm>
          <a:prstGeom prst="roundRect">
            <a:avLst>
              <a:gd name="adj" fmla="val 376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34660" y="2329434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34660" y="2667762"/>
            <a:ext cx="3922776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──────────→ Result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───→ Result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─────────→ Result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0068" y="425424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operations can continue while an I/O operation is waiting.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vs Non-Blocking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38148" y="2237994"/>
            <a:ext cx="4114800" cy="1943100"/>
          </a:xfrm>
          <a:prstGeom prst="roundRect">
            <a:avLst>
              <a:gd name="adj" fmla="val 376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02740" y="232943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02740" y="2667762"/>
            <a:ext cx="3785616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readFile();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console.log(data);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38148" y="425424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waits for the operation.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27268" y="2237994"/>
            <a:ext cx="4526280" cy="1943100"/>
          </a:xfrm>
          <a:prstGeom prst="roundRect">
            <a:avLst>
              <a:gd name="adj" fmla="val 376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91860" y="232943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91860" y="2667762"/>
            <a:ext cx="4197096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readFile((data) =&gt;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console.log("Continue...");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27268" y="425424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can continue while waiting.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 is a function passed to another function to run later.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convention: error-first callbacks.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66162"/>
            <a:ext cx="5882335" cy="1973072"/>
          </a:xfrm>
          <a:prstGeom prst="roundRect">
            <a:avLst>
              <a:gd name="adj" fmla="val 37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85034"/>
            <a:ext cx="5553151" cy="178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"fs";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fs.readFile("notes.txt", "utf-8", (err, data)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console.log(err.message);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represents a value available in the future.</a:t>
            </a:r>
            <a:endParaRPr lang="en-US" sz="2000" dirty="0"/>
          </a:p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24201"/>
            <a:ext cx="5882335" cy="1446276"/>
          </a:xfrm>
          <a:prstGeom prst="roundRect">
            <a:avLst>
              <a:gd name="adj" fmla="val 505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43073"/>
            <a:ext cx="5553151" cy="125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wait = (ms)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Promise((resolve) =&gt; setTimeout(resolve, ms));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wait(1000)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.then(() =&gt; console.log("Done"))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.catch((err) =&gt; console.log(err));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is cleaner syntax over Promises.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only the async function, not the whole program.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45309"/>
            <a:ext cx="5882335" cy="2375916"/>
          </a:xfrm>
          <a:prstGeom prst="roundRect">
            <a:avLst>
              <a:gd name="adj" fmla="val 307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64181"/>
            <a:ext cx="5553151" cy="2183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"fs/promises";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readNotes = async ()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data = await fs.readFile("notes.txt", "utf-8");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console.log(data);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console.log(err.message);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readNotes();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Loop Phases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iteration visits these phases in order.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Timers (setTimeout)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 callbacks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Poll (I/O events)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(setImmediate)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Close callbacks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Order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0393" y="2386775"/>
            <a:ext cx="7890510" cy="1904365"/>
          </a:xfrm>
          <a:prstGeom prst="roundRect">
            <a:avLst>
              <a:gd name="adj" fmla="val 38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4985" y="2478215"/>
            <a:ext cx="7561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4985" y="2816543"/>
            <a:ext cx="7561326" cy="140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console.log("Start");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console.log("setTimeout"), 0);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console.log("Promise"));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process.nextTick(() =&gt; console.log("nextTick"));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console.log("End");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715223" y="2386775"/>
            <a:ext cx="2926080" cy="1904365"/>
          </a:xfrm>
          <a:prstGeom prst="roundRect">
            <a:avLst>
              <a:gd name="adj" fmla="val 38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79815" y="2478215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79815" y="2816543"/>
            <a:ext cx="2596896" cy="140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nextTick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Asynchronous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blocking and non-blocking code? Give one example of each.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do Promises solve compared with nested callbacks?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of the Execution Order Demo and explain why.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callback-based fs.readFile call using async/await.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error-first callback and why does Node.js use it?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Loop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helps Node.js handle asynchronous operations.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1966417"/>
            <a:ext cx="5882335" cy="3305556"/>
          </a:xfrm>
          <a:prstGeom prst="roundRect">
            <a:avLst>
              <a:gd name="adj" fmla="val 2213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085289"/>
            <a:ext cx="5553151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JavaScript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Call Stack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Event Loop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┌───────┴───────┐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          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Callback       Async Task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      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Execution       OS / APIs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Modules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reusable piece of code.</a:t>
            </a:r>
            <a:endParaRPr lang="en-US" sz="2000" dirty="0"/>
          </a:p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modules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58822"/>
            <a:ext cx="5882335" cy="1664208"/>
          </a:xfrm>
          <a:prstGeom prst="roundRect">
            <a:avLst>
              <a:gd name="adj" fmla="val 4396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50262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888590"/>
            <a:ext cx="555315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17418" y="2007184"/>
            <a:ext cx="5356860" cy="1338834"/>
          </a:xfrm>
          <a:prstGeom prst="roundRect">
            <a:avLst>
              <a:gd name="adj" fmla="val 5464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82010" y="2098624"/>
            <a:ext cx="5027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82010" y="2436952"/>
            <a:ext cx="5027676" cy="83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"fs";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 from "path";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 from "os";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17418" y="3574618"/>
            <a:ext cx="5356860" cy="1602232"/>
          </a:xfrm>
          <a:prstGeom prst="roundRect">
            <a:avLst>
              <a:gd name="adj" fmla="val 4566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2010" y="3666058"/>
            <a:ext cx="5027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82010" y="4004386"/>
            <a:ext cx="5027676" cy="109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  → File system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→ File/directory paths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  → Operating system information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→ HTTP server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Module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 and manage files.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promise version (fs/promises).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10257"/>
            <a:ext cx="5882335" cy="1492758"/>
          </a:xfrm>
          <a:prstGeom prst="roundRect">
            <a:avLst>
              <a:gd name="adj" fmla="val 490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29129"/>
            <a:ext cx="5553151" cy="130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"fs/promises";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await fs.readFile("notes.txt", "utf-8");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fs.writeFile("copy.txt", text);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fs.appendFile("copy.txt", "\nDone");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fs.unlink("copy.txt");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Module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file paths safely on every operating system.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10257"/>
            <a:ext cx="5882335" cy="1492758"/>
          </a:xfrm>
          <a:prstGeom prst="roundRect">
            <a:avLst>
              <a:gd name="adj" fmla="val 490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29129"/>
            <a:ext cx="5553151" cy="130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 from "path";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path.join("src", "routes", "user.js");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path.basename("/app/src/index.js");  // index.js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path.extname("photo.png");           // .png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path.resolve("uploads");             // absolute path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CommonJS vs ES Modules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15288" y="2135124"/>
          <a:ext cx="8961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CommonJS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Modules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module.exports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/ export default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in .js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"type": "module"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imports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optional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required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EventEmitter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emit and listen to named events.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such as http and streams are built on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EventEmitter } from "events";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emitter = new EventEmitter();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emitter.on("login", (user) =&gt;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console.log(user + " logged in");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emitter.emit("login", "Asha");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module exporting add and subtract, then import it in another file.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require() and import?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path module to get the extension of 'report.final.pdf'.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text file and write its uppercase content to a new file using fs/promises.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EventEmitter that prints a message when an 'order' event is emitted.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Your Own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83768" y="2542489"/>
            <a:ext cx="4937760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360" y="2633929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math.js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8360" y="2972257"/>
            <a:ext cx="460857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add = (a, b) =&gt;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48" y="2542489"/>
            <a:ext cx="5212080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0440" y="2633929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0440" y="2972257"/>
            <a:ext cx="488289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"./math.js";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console.log(add(10, 20));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= Node Package Manager</a:t>
            </a:r>
            <a:endParaRPr lang="en-US" sz="2000" dirty="0"/>
          </a:p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packages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dependencies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project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709824"/>
            <a:ext cx="5882335" cy="827532"/>
          </a:xfrm>
          <a:prstGeom prst="roundRect">
            <a:avLst>
              <a:gd name="adj" fmla="val 884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801264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3139592"/>
            <a:ext cx="55531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package.json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project information and dependencies.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17420"/>
            <a:ext cx="5882335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36292"/>
            <a:ext cx="5553151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"my-project",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"1.0.0",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"module",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"scripts":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"start": "node server.js"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36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Packages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090090"/>
            <a:ext cx="50292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18153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package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5840" y="2519858"/>
            <a:ext cx="47000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81248" y="3130728"/>
            <a:ext cx="50292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5840" y="322216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dependency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5840" y="3560496"/>
            <a:ext cx="47000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nodemon --save-dev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81248" y="4171366"/>
            <a:ext cx="50292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5840" y="426280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5840" y="4601134"/>
            <a:ext cx="47000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36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Versioning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format: MAJOR.MINOR.PATCH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breaking changes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MINOR: new features, backward compatible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PATCH: bug fixes</a:t>
            </a:r>
            <a:endParaRPr lang="en-US" sz="2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409444"/>
          <a:ext cx="5882335" cy="914400"/>
        </p:xfrm>
        <a:graphic>
          <a:graphicData uri="http://schemas.openxmlformats.org/drawingml/2006/table">
            <a:tbl>
              <a:tblPr/>
              <a:tblGrid>
                <a:gridCol w="1141349"/>
                <a:gridCol w="2633881"/>
                <a:gridCol w="210710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and patch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^4.18.2 → 4.x.x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updates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~4.18.2 → 4.18.x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36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npm Commands</a:t>
            </a:r>
            <a:endParaRPr lang="en-US" sz="3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29688" y="1997964"/>
          <a:ext cx="7132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all dependencies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uninstall pkg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package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update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packages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installed packages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dev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custom script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package without installing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36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node_modules and Lock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 holds installed packages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node_modules to Git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package-lock.json locks exact versions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package-lock.json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recreates node_modules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0148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7348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node_modules to .gitignore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36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npm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project, install express and nodemon (as dev dependency), and add a dev script.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dependencies and devDependencies?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^4.18.2 allow that ~4.18.2 does not?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keep node_modules out of GitHub?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package-lock.json used for?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36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Node.js Server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89531"/>
            <a:ext cx="5882335" cy="2561844"/>
          </a:xfrm>
          <a:prstGeom prst="roundRect">
            <a:avLst>
              <a:gd name="adj" fmla="val 285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08403"/>
            <a:ext cx="5553151" cy="2369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 from "http";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res.write("Hello Node.js");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server.listen(3000);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36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Request-Response Cycle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a request: method, URL, headers, body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processes it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sends a response: status, headers, body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33752"/>
            <a:ext cx="5882335" cy="2747772"/>
          </a:xfrm>
          <a:prstGeom prst="roundRect">
            <a:avLst>
              <a:gd name="adj" fmla="val 266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52624"/>
            <a:ext cx="5553151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 Request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Server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 Response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Browser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36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with http Module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req.url and req.method to decide the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17420"/>
            <a:ext cx="5882335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36292"/>
            <a:ext cx="5553151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(req.url === "/api" &amp;&amp; req.method === "GET")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res.setHeader("Content-Type", "application/json");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res.statusCode = 200;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res.end(JSON.stringify({ message: "Hello API" }));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res.statusCode = 404;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res.end("Not Found");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36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Basic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server on port 4000 that responds with 'Hello &lt;your name&gt;'.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/about route that returns a JSON object.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404 message for every unknown route.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have to restart the server after code changes, and how does nodemon help?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res.end() do, and what happens if you forget it?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 ·  PPT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Fundamentals</dc:title>
  <dc:subject>PptxGenJS Presentation</dc:subject>
  <dc:creator>MERN Stack Series</dc:creator>
  <cp:lastModifiedBy>MERN Stack Series</cp:lastModifiedBy>
  <cp:revision>1</cp:revision>
  <dcterms:created xsi:type="dcterms:W3CDTF">2026-10-01T10:53:52Z</dcterms:created>
  <dcterms:modified xsi:type="dcterms:W3CDTF">2026-10-01T10:53:52Z</dcterms:modified>
</cp:coreProperties>
</file>