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STATE, PROPS &amp; MORE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Data and Interaction in React Applications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·  Props  ·  Events  ·  Routing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 component owns and controls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State?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is a variable that exists </a:t>
            </a:r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component</a:t>
            </a:r>
            <a:pPr indent="0" marL="0"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cannot be accessed or modified from outside, and can only be used inside that component.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much like a variable declared inside a function — it cannot be accessed outside the function's scope.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703320"/>
            <a:ext cx="5760720" cy="0"/>
          </a:xfrm>
          <a:prstGeom prst="line">
            <a:avLst/>
          </a:prstGeom>
          <a:noFill/>
          <a:ln w="12700">
            <a:solidFill>
              <a:srgbClr val="DC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using this.setState() (class) or useState() (function)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✦"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 can be asynchronous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23760" y="1280160"/>
            <a:ext cx="4389120" cy="4846320"/>
          </a:xfrm>
          <a:prstGeom prst="rect">
            <a:avLst>
              <a:gd name="adj" fmla="val 1667"/>
            </a:avLst>
          </a:prstGeom>
          <a:solidFill>
            <a:srgbClr val="0A1929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1600200"/>
            <a:ext cx="685800" cy="6858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2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8105" y="1754505"/>
            <a:ext cx="377190" cy="3771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4380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&amp; Private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43800" y="2788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component that owns a piece of state can read or change it directly.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543800" y="3703320"/>
            <a:ext cx="685800" cy="6858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6" name="Image 1" descr="/home/clau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105" y="3857625"/>
            <a:ext cx="377190" cy="3771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4526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Re-renders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43800" y="4892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state changes, React re-renders the component to reflect the new value.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— useState Hook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counter-style example using the useState hook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StateExample.js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StateExample()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[name, setName] = useState("John");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&lt;h1&gt;State Example&lt;/h1&gt;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&lt;hr&gt;&lt;/hr&gt;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&lt;h3&gt;Name is {name}&lt;/h3&gt;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onClick={changeName}&gt;Change Name&lt;/button&gt;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StateExample;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data from parent to child components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Props?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1672" cy="1234440"/>
          </a:xfrm>
          <a:prstGeom prst="rect">
            <a:avLst>
              <a:gd name="adj" fmla="val 5926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</a:t>
            </a:r>
            <a:pPr indent="0" marL="0">
              <a:buNone/>
            </a:pPr>
            <a:r>
              <a:rPr lang="en-US" sz="15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 for Properties) is a keyword used in React to pass data between components.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3337560"/>
          </a:xfrm>
          <a:prstGeom prst="rect">
            <a:avLst>
              <a:gd name="adj" fmla="val 2192"/>
            </a:avLst>
          </a:prstGeom>
          <a:solidFill>
            <a:srgbClr val="0A192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1089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icons/arrow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59" y="3283839"/>
            <a:ext cx="427482" cy="427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617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one way — from parent to child — making the flow predictable and easy to trace.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45352" y="2743200"/>
            <a:ext cx="5394960" cy="3337560"/>
          </a:xfrm>
          <a:prstGeom prst="rect">
            <a:avLst>
              <a:gd name="adj" fmla="val 2192"/>
            </a:avLst>
          </a:prstGeom>
          <a:solidFill>
            <a:srgbClr val="0A1929"/>
          </a:solidFill>
          <a:ln/>
        </p:spPr>
      </p:sp>
      <p:sp>
        <p:nvSpPr>
          <p:cNvPr id="11" name="Shape 8"/>
          <p:cNvSpPr/>
          <p:nvPr/>
        </p:nvSpPr>
        <p:spPr>
          <a:xfrm>
            <a:off x="6565392" y="31089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icons/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271" y="328383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65392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65392" y="46177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read-only. A child component cannot change the data it receives from its parent.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— Receiving Component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component that receives props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PropsDemo.js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PropsDemo({ props })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&lt;h1&gt;An example to demonstrate props&lt;/h1&gt;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I'm a props, i.e. state passed from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 parent component is {props}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PropsDemo;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Props — Passing From the Parent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PropsDemo inside App.js and passing a 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"./App.css";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PropsDemo from "./components/PropsDemo";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className="App"&gt;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&lt;PropsDemo props={name} /&gt;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PropTypes &amp; Default Props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check_circ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6852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Types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validating the data received from props. PropTypes are objects where the keys are prop names and the values are their expected types.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prop doesn't match its declared type, a warning appears in the console.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931920"/>
            <a:ext cx="4754880" cy="1965960"/>
          </a:xfrm>
          <a:prstGeom prst="rect">
            <a:avLst>
              <a:gd name="adj" fmla="val 2791"/>
            </a:avLst>
          </a:prstGeom>
          <a:solidFill>
            <a:srgbClr val="0A1929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0690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ComponentClassName.propTypes{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propName1 : PropTypes.string,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propName2 : PropTypes.bool,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propName3 : PropTypes.array,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FA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280160"/>
            <a:ext cx="539496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icons/slid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16852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Props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defaultProps lets you set default values for props. If a value is passed in, it overrides the default.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83680" y="3063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a property on the component class itself, to set defaults for that class.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83680" y="3931920"/>
            <a:ext cx="4754880" cy="1965960"/>
          </a:xfrm>
          <a:prstGeom prst="rect">
            <a:avLst>
              <a:gd name="adj" fmla="val 2791"/>
            </a:avLst>
          </a:prstGeom>
          <a:solidFill>
            <a:srgbClr val="0A1929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40690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ComponentClassName.defaultProps{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propName1 : defaultvalue,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propName2 : defaultvalue,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vs Props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50292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199632" y="1371600"/>
            <a:ext cx="5440680" cy="50292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6" name="Text 4"/>
          <p:cNvSpPr/>
          <p:nvPr/>
        </p:nvSpPr>
        <p:spPr>
          <a:xfrm>
            <a:off x="6199632" y="13716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40680" cy="713232"/>
          </a:xfrm>
          <a:prstGeom prst="rect">
            <a:avLst/>
          </a:prstGeom>
          <a:solidFill>
            <a:srgbClr val="F4F9FB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within the component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874520"/>
            <a:ext cx="5440680" cy="713232"/>
          </a:xfrm>
          <a:prstGeom prst="rect">
            <a:avLst/>
          </a:prstGeom>
          <a:solidFill>
            <a:srgbClr val="F4F9FB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87452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in to the component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5440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8775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can be changed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2587752"/>
            <a:ext cx="5440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58775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— read-only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300984"/>
            <a:ext cx="5440680" cy="713232"/>
          </a:xfrm>
          <a:prstGeom prst="rect">
            <a:avLst/>
          </a:prstGeom>
          <a:solidFill>
            <a:srgbClr val="F4F9FB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0098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can be asynchronous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3300984"/>
            <a:ext cx="5440680" cy="713232"/>
          </a:xfrm>
          <a:prstGeom prst="rect">
            <a:avLst/>
          </a:prstGeom>
          <a:solidFill>
            <a:srgbClr val="F4F9FB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30098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for the component's lifetime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440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142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the React component itself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4014216"/>
            <a:ext cx="5440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40142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whoever renders the component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27448"/>
            <a:ext cx="5440680" cy="713232"/>
          </a:xfrm>
          <a:prstGeom prst="rect">
            <a:avLst/>
          </a:prstGeom>
          <a:solidFill>
            <a:srgbClr val="F4F9FB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2744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display changes within the component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4727448"/>
            <a:ext cx="5440680" cy="713232"/>
          </a:xfrm>
          <a:prstGeom prst="rect">
            <a:avLst/>
          </a:prstGeom>
          <a:solidFill>
            <a:srgbClr val="F4F9FB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72744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communicate between components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5440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44068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useState (function) or this.state (class)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5440680"/>
            <a:ext cx="54406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544068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the props parameter (function) or this.props (class)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m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user interaction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Event Handlers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icons/mou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16852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interactions or occurrences in the user interface — mouse clicks, keyboard input, or changes in form elements.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using camelCase, just like in standard JavaScript — for example onClick, onChange, onSubmit.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394960" cy="4846320"/>
          </a:xfrm>
          <a:prstGeom prst="rect">
            <a:avLst>
              <a:gd name="adj" fmla="val 1509"/>
            </a:avLst>
          </a:prstGeom>
          <a:solidFill>
            <a:srgbClr val="0A1929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554480"/>
            <a:ext cx="594360" cy="59436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11" name="Image 1" descr="/home/clau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16852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handle a specific event — they define what should happen when that event fires.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83680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as props to JSX elements, indicating which function should run when a particular event occurs.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— Handling a Click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that triggers an alert when clicked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AlertButton.js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AlertButton = () =&gt;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handleClick = () =&gt;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alert('Button Clicked!');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onClick={handleClick}&gt;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Click me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&lt;/button&gt;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AlertButton;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914400" cy="91440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5" name="Image 0" descr="/home/claude/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6746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868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between views in a single page app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Routing?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309360" cy="4846320"/>
          </a:xfrm>
          <a:prstGeom prst="rect">
            <a:avLst>
              <a:gd name="adj" fmla="val 1509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directs a user to different pages based on their action or request.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is mainly used for developing Single Page Applications.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define multiple routes throughout the application.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✦"/>
            </a:pPr>
            <a:r>
              <a:rPr lang="en-US" sz="13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types a URL that matches a defined route, they are redirected to that route's component.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78040" y="1371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RESOLVES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78040" y="182880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0A1929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828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URL: /about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18320" y="2450592"/>
            <a:ext cx="0" cy="320040"/>
          </a:xfrm>
          <a:prstGeom prst="line">
            <a:avLst/>
          </a:prstGeom>
          <a:noFill/>
          <a:ln w="25400">
            <a:solidFill>
              <a:srgbClr val="1B8F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278892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1B8FB0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788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matches the path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18320" y="3410712"/>
            <a:ext cx="0" cy="320040"/>
          </a:xfrm>
          <a:prstGeom prst="line">
            <a:avLst/>
          </a:prstGeom>
          <a:noFill/>
          <a:ln w="25400">
            <a:solidFill>
              <a:srgbClr val="1B8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8040" y="3749040"/>
            <a:ext cx="44805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DC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37490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&lt;About /&gt; component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4709160"/>
            <a:ext cx="4480560" cy="1417320"/>
          </a:xfrm>
          <a:prstGeom prst="rect">
            <a:avLst>
              <a:gd name="adj" fmla="val 3871"/>
            </a:avLst>
          </a:prstGeom>
          <a:solidFill>
            <a:srgbClr val="0A1929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47091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page reload — only the matched component updates inside the current page.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 Packages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ships three different packages for routing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291840"/>
          </a:xfrm>
          <a:prstGeom prst="rect">
            <a:avLst>
              <a:gd name="adj" fmla="val 2222"/>
            </a:avLst>
          </a:prstGeom>
          <a:solidFill>
            <a:srgbClr val="F4F9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rout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0253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react-router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core routing components and functions shared by every React Router application.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66160" cy="3291840"/>
          </a:xfrm>
          <a:prstGeom prst="rect">
            <a:avLst>
              <a:gd name="adj" fmla="val 2222"/>
            </a:avLst>
          </a:prstGeom>
          <a:solidFill>
            <a:srgbClr val="F4F9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icons/compas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0253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react-router-native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200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package built specifically for React Native mobile applications.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66160" cy="3291840"/>
          </a:xfrm>
          <a:prstGeom prst="rect">
            <a:avLst>
              <a:gd name="adj" fmla="val 2222"/>
            </a:avLst>
          </a:prstGeom>
          <a:solidFill>
            <a:srgbClr val="F4F9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87452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icons/window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16" y="20253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react-router-dom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2004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package used for web application design — the one used in these examples.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1091672" cy="822960"/>
          </a:xfrm>
          <a:prstGeom prst="rect">
            <a:avLst>
              <a:gd name="adj" fmla="val 6667"/>
            </a:avLst>
          </a:prstGeom>
          <a:solidFill>
            <a:srgbClr val="0A1929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react-router-dom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Routing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011680"/>
          </a:xfrm>
          <a:prstGeom prst="rect">
            <a:avLst>
              <a:gd name="adj" fmla="val 3182"/>
            </a:avLst>
          </a:prstGeom>
          <a:solidFill>
            <a:srgbClr val="F4F9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BrowserRouter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component that stores all other routing components. Add it (often aliased as Router) to your app.js to wrap everything else — it can have only a single child.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394960" cy="2011680"/>
          </a:xfrm>
          <a:prstGeom prst="rect">
            <a:avLst>
              <a:gd name="adj" fmla="val 3182"/>
            </a:avLst>
          </a:prstGeom>
          <a:solidFill>
            <a:srgbClr val="F4F9FB"/>
          </a:solidFill>
          <a:ln/>
        </p:spPr>
      </p:sp>
      <p:sp>
        <p:nvSpPr>
          <p:cNvPr id="7" name="Text 5"/>
          <p:cNvSpPr/>
          <p:nvPr/>
        </p:nvSpPr>
        <p:spPr>
          <a:xfrm>
            <a:off x="6519672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19672" y="20574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all individual Route components so a single matching component can be rendered.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94960" cy="2011680"/>
          </a:xfrm>
          <a:prstGeom prst="rect">
            <a:avLst>
              <a:gd name="adj" fmla="val 3182"/>
            </a:avLst>
          </a:prstGeom>
          <a:solidFill>
            <a:srgbClr val="F4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link between a component's UI and a specific URL path.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3611880"/>
            <a:ext cx="5394960" cy="2011680"/>
          </a:xfrm>
          <a:prstGeom prst="rect">
            <a:avLst>
              <a:gd name="adj" fmla="val 3182"/>
            </a:avLst>
          </a:prstGeom>
          <a:solidFill>
            <a:srgbClr val="F4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3794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42976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to prop to describe the location a link should navigate to — replacing plain &lt;a&gt; tags.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— Defining Routes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URL paths to components with Routes and Route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Route, Routes } from 'react-router-dom';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App()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&lt;Routes&gt;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exact path='/' element={&lt;Home /&gt;} /&gt;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&lt;Route path='/about' element={&lt;About /&gt;} /&gt;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&lt;/Routes&gt;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— Navigation Links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nav bar with the Link component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892040"/>
          </a:xfrm>
          <a:prstGeom prst="rect">
            <a:avLst>
              <a:gd name="adj" fmla="val 1495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5C43D"/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1764792"/>
            <a:ext cx="128016" cy="128016"/>
          </a:xfrm>
          <a:prstGeom prst="ellipse">
            <a:avLst/>
          </a:prstGeom>
          <a:solidFill>
            <a:srgbClr val="3DC94D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075688"/>
            <a:ext cx="10543032" cy="0"/>
          </a:xfrm>
          <a:prstGeom prst="line">
            <a:avLst/>
          </a:prstGeom>
          <a:noFill/>
          <a:ln w="12700">
            <a:solidFill>
              <a:srgbClr val="1F3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86000"/>
            <a:ext cx="10424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Layout = () =&gt; {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&lt;ul&gt;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&lt;li&gt;&lt;Link to="/"&gt;Home&lt;/Link&gt;&lt;/li&gt;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&lt;li&gt;&lt;Link to="/about"&gt;About&lt;/Link&gt;&lt;/li&gt;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&lt;/ul&gt;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&lt;/nav&gt;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Layout;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12E42"/>
          </a:solidFill>
          <a:ln/>
        </p:spPr>
      </p:sp>
      <p:sp>
        <p:nvSpPr>
          <p:cNvPr id="3" name="Shape 1"/>
          <p:cNvSpPr/>
          <p:nvPr/>
        </p:nvSpPr>
        <p:spPr>
          <a:xfrm>
            <a:off x="5212080" y="1828800"/>
            <a:ext cx="1005840" cy="1005840"/>
          </a:xfrm>
          <a:prstGeom prst="ellipse">
            <a:avLst/>
          </a:prstGeom>
          <a:solidFill>
            <a:srgbClr val="112E42"/>
          </a:solidFill>
          <a:ln/>
        </p:spPr>
      </p:sp>
      <p:pic>
        <p:nvPicPr>
          <p:cNvPr id="4" name="Image 0" descr="/home/claude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8394" y="2055114"/>
            <a:ext cx="553212" cy="5532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17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·  Props  ·  Events  ·  Routing — the building blocks of interactive React apps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2026-08-26T11:00:09Z</dcterms:created>
  <dcterms:modified xsi:type="dcterms:W3CDTF">2026-08-26T11:00:09Z</dcterms:modified>
</cp:coreProperties>
</file>