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301" r:id="rId4"/>
    <p:sldId id="296" r:id="rId5"/>
    <p:sldId id="297" r:id="rId6"/>
    <p:sldId id="298" r:id="rId7"/>
    <p:sldId id="319" r:id="rId8"/>
    <p:sldId id="299" r:id="rId9"/>
    <p:sldId id="300" r:id="rId10"/>
    <p:sldId id="292" r:id="rId11"/>
    <p:sldId id="302" r:id="rId12"/>
    <p:sldId id="293" r:id="rId13"/>
    <p:sldId id="290" r:id="rId14"/>
    <p:sldId id="320" r:id="rId15"/>
    <p:sldId id="303" r:id="rId16"/>
    <p:sldId id="294" r:id="rId17"/>
    <p:sldId id="321" r:id="rId18"/>
    <p:sldId id="295" r:id="rId19"/>
    <p:sldId id="315" r:id="rId20"/>
    <p:sldId id="316" r:id="rId21"/>
    <p:sldId id="317" r:id="rId22"/>
    <p:sldId id="304" r:id="rId23"/>
    <p:sldId id="305" r:id="rId24"/>
    <p:sldId id="306" r:id="rId25"/>
    <p:sldId id="307" r:id="rId26"/>
    <p:sldId id="309" r:id="rId27"/>
    <p:sldId id="311" r:id="rId28"/>
    <p:sldId id="313" r:id="rId29"/>
    <p:sldId id="314" r:id="rId30"/>
    <p:sldId id="318" r:id="rId31"/>
    <p:sldId id="291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84CF-20CF-455C-B9B9-1AEE07AFCB12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8B2E-D1F8-4AF5-A5F7-20767A07B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490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84CF-20CF-455C-B9B9-1AEE07AFCB12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8B2E-D1F8-4AF5-A5F7-20767A07B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048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84CF-20CF-455C-B9B9-1AEE07AFCB12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8B2E-D1F8-4AF5-A5F7-20767A07B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056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84CF-20CF-455C-B9B9-1AEE07AFCB12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8B2E-D1F8-4AF5-A5F7-20767A07B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694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84CF-20CF-455C-B9B9-1AEE07AFCB12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8B2E-D1F8-4AF5-A5F7-20767A07B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958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84CF-20CF-455C-B9B9-1AEE07AFCB12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8B2E-D1F8-4AF5-A5F7-20767A07B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534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84CF-20CF-455C-B9B9-1AEE07AFCB12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8B2E-D1F8-4AF5-A5F7-20767A07B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558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84CF-20CF-455C-B9B9-1AEE07AFCB12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8B2E-D1F8-4AF5-A5F7-20767A07B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024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84CF-20CF-455C-B9B9-1AEE07AFCB12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8B2E-D1F8-4AF5-A5F7-20767A07B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709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84CF-20CF-455C-B9B9-1AEE07AFCB12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8B2E-D1F8-4AF5-A5F7-20767A07B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621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84CF-20CF-455C-B9B9-1AEE07AFCB12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8B2E-D1F8-4AF5-A5F7-20767A07B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9841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84CF-20CF-455C-B9B9-1AEE07AFCB12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8B2E-D1F8-4AF5-A5F7-20767A07BC0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567510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84CF-20CF-455C-B9B9-1AEE07AFCB12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8B2E-D1F8-4AF5-A5F7-20767A07B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1654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84CF-20CF-455C-B9B9-1AEE07AFCB12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8B2E-D1F8-4AF5-A5F7-20767A07B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7621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84CF-20CF-455C-B9B9-1AEE07AFCB12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8B2E-D1F8-4AF5-A5F7-20767A07B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327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84CF-20CF-455C-B9B9-1AEE07AFCB12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8B2E-D1F8-4AF5-A5F7-20767A07B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6847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84CF-20CF-455C-B9B9-1AEE07AFCB12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8B2E-D1F8-4AF5-A5F7-20767A07B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681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1C184CF-20CF-455C-B9B9-1AEE07AFCB12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378B2E-D1F8-4AF5-A5F7-20767A07B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128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Axios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b="1" dirty="0">
                <a:solidFill>
                  <a:schemeClr val="accent1"/>
                </a:solidFill>
              </a:rPr>
              <a:t>HTTP client for making requests to </a:t>
            </a:r>
            <a:r>
              <a:rPr lang="en-US" b="1" dirty="0" smtClean="0">
                <a:solidFill>
                  <a:schemeClr val="accent1"/>
                </a:solidFill>
              </a:rPr>
              <a:t>API’s</a:t>
            </a:r>
            <a:endParaRPr lang="en-US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7814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Axios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128106" cy="4195481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/>
              <a:t>Axios is a promise-based </a:t>
            </a:r>
            <a:r>
              <a:rPr lang="en-US" b="1" dirty="0"/>
              <a:t>HTTP client for making requests to APIs </a:t>
            </a:r>
            <a:r>
              <a:rPr lang="en-US" dirty="0"/>
              <a:t>in both browser and Node.js environments. </a:t>
            </a:r>
            <a:endParaRPr lang="en-US" dirty="0" smtClean="0"/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 smtClean="0"/>
              <a:t>It </a:t>
            </a:r>
            <a:r>
              <a:rPr lang="en-US" dirty="0"/>
              <a:t>is designed to be lightweight, easy to use, and supports many advanced features such as interceptors, request and response transformations, and error handling.</a:t>
            </a:r>
          </a:p>
        </p:txBody>
      </p:sp>
    </p:spTree>
    <p:extLst>
      <p:ext uri="{BB962C8B-B14F-4D97-AF65-F5344CB8AC3E}">
        <p14:creationId xmlns:p14="http://schemas.microsoft.com/office/powerpoint/2010/main" val="3024957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 request methods – Now Digit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6506" y="1875160"/>
            <a:ext cx="8382000" cy="3371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186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Axios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128106" cy="4195481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/>
              <a:t>Axios, which is a popular library is mainly used to </a:t>
            </a:r>
            <a:r>
              <a:rPr lang="en-US" b="1" dirty="0"/>
              <a:t>send asynchronous HTTP requests to REST endpoints</a:t>
            </a:r>
            <a:r>
              <a:rPr lang="en-US" dirty="0"/>
              <a:t>. </a:t>
            </a:r>
            <a:endParaRPr lang="en-US" dirty="0" smtClean="0"/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 smtClean="0"/>
              <a:t>This </a:t>
            </a:r>
            <a:r>
              <a:rPr lang="en-US" dirty="0"/>
              <a:t>library is very useful to perform </a:t>
            </a:r>
            <a:r>
              <a:rPr lang="en-US" b="1" dirty="0"/>
              <a:t>CRUD operations</a:t>
            </a:r>
            <a:r>
              <a:rPr lang="en-US" dirty="0"/>
              <a:t>.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 smtClean="0"/>
              <a:t>This </a:t>
            </a:r>
            <a:r>
              <a:rPr lang="en-US" dirty="0"/>
              <a:t>popular library is used to </a:t>
            </a:r>
            <a:r>
              <a:rPr lang="en-US" b="1" dirty="0"/>
              <a:t>communicate with the backend</a:t>
            </a:r>
            <a:r>
              <a:rPr lang="en-US" dirty="0"/>
              <a:t>. </a:t>
            </a:r>
            <a:endParaRPr lang="en-US" dirty="0" smtClean="0"/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 smtClean="0"/>
              <a:t>Axios </a:t>
            </a:r>
            <a:r>
              <a:rPr lang="en-US" dirty="0"/>
              <a:t>supports the Promise API, native to JS ES6.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/>
              <a:t>Using Axios we make API requests in our application. Once the request is made we get the data in Return, and then we use this data in our project. </a:t>
            </a:r>
          </a:p>
        </p:txBody>
      </p:sp>
    </p:spTree>
    <p:extLst>
      <p:ext uri="{BB962C8B-B14F-4D97-AF65-F5344CB8AC3E}">
        <p14:creationId xmlns:p14="http://schemas.microsoft.com/office/powerpoint/2010/main" val="3836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Axios Features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128106" cy="4195481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 smtClean="0"/>
              <a:t>JSON </a:t>
            </a:r>
            <a:r>
              <a:rPr lang="en-US" dirty="0"/>
              <a:t>data is transformed automatically.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/>
              <a:t>It transforms the request and response data.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/>
              <a:t>Useful in making HTTP requests from Node.js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/>
              <a:t>It makes </a:t>
            </a:r>
            <a:r>
              <a:rPr lang="en-US" dirty="0" err="1"/>
              <a:t>XMLHttpRequests</a:t>
            </a:r>
            <a:r>
              <a:rPr lang="en-US" dirty="0"/>
              <a:t> from the browser.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 smtClean="0"/>
              <a:t>Supports </a:t>
            </a:r>
            <a:r>
              <a:rPr lang="en-US" dirty="0"/>
              <a:t>promise API.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/>
              <a:t>Ability to cancel the request.</a:t>
            </a:r>
          </a:p>
        </p:txBody>
      </p:sp>
    </p:spTree>
    <p:extLst>
      <p:ext uri="{BB962C8B-B14F-4D97-AF65-F5344CB8AC3E}">
        <p14:creationId xmlns:p14="http://schemas.microsoft.com/office/powerpoint/2010/main" val="3036913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Axios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128106" cy="4195481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lnSpc>
                <a:spcPct val="150000"/>
              </a:lnSpc>
              <a:buClr>
                <a:schemeClr val="accent1"/>
              </a:buClr>
              <a:buNone/>
            </a:pPr>
            <a:r>
              <a:rPr lang="en-US" b="1" dirty="0"/>
              <a:t>Response Objects in </a:t>
            </a:r>
            <a:r>
              <a:rPr lang="en-US" b="1" dirty="0" smtClean="0"/>
              <a:t>Axios: </a:t>
            </a:r>
            <a:r>
              <a:rPr lang="en-US" dirty="0" smtClean="0"/>
              <a:t>When </a:t>
            </a:r>
            <a:r>
              <a:rPr lang="en-US" dirty="0"/>
              <a:t>you send a request to the server, you receive a response object from the server with the </a:t>
            </a:r>
            <a:r>
              <a:rPr lang="en-US" dirty="0" smtClean="0"/>
              <a:t>below properties</a:t>
            </a:r>
            <a:endParaRPr lang="en-US" dirty="0"/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b="1" dirty="0" smtClean="0"/>
              <a:t>data</a:t>
            </a:r>
            <a:r>
              <a:rPr lang="en-US" dirty="0"/>
              <a:t>: You receive data </a:t>
            </a:r>
            <a:r>
              <a:rPr lang="en-US" dirty="0" smtClean="0"/>
              <a:t>from the server in </a:t>
            </a:r>
            <a:r>
              <a:rPr lang="en-US" dirty="0"/>
              <a:t>JSON form and parse back into a JavaScript object to you</a:t>
            </a:r>
            <a:r>
              <a:rPr lang="en-US" dirty="0" smtClean="0"/>
              <a:t>.</a:t>
            </a:r>
            <a:endParaRPr lang="en-US" dirty="0"/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b="1" dirty="0"/>
              <a:t>status</a:t>
            </a:r>
            <a:r>
              <a:rPr lang="en-US" dirty="0"/>
              <a:t>: You get the HTTP code returned from the server.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b="1" dirty="0" err="1"/>
              <a:t>statusText</a:t>
            </a:r>
            <a:r>
              <a:rPr lang="en-US" dirty="0"/>
              <a:t>: HTTP status message returned by the server.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b="1" dirty="0"/>
              <a:t>headers</a:t>
            </a:r>
            <a:r>
              <a:rPr lang="en-US" dirty="0"/>
              <a:t>: All the headers are sent back by the server.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b="1" dirty="0" err="1"/>
              <a:t>config</a:t>
            </a:r>
            <a:r>
              <a:rPr lang="en-US" dirty="0"/>
              <a:t>: original request configuration.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b="1" dirty="0"/>
              <a:t>request</a:t>
            </a:r>
            <a:r>
              <a:rPr lang="en-US" dirty="0"/>
              <a:t>: actual </a:t>
            </a:r>
            <a:r>
              <a:rPr lang="en-US" dirty="0" err="1"/>
              <a:t>XMLHttpRequest</a:t>
            </a:r>
            <a:r>
              <a:rPr lang="en-US" dirty="0"/>
              <a:t> object.</a:t>
            </a:r>
          </a:p>
        </p:txBody>
      </p:sp>
    </p:spTree>
    <p:extLst>
      <p:ext uri="{BB962C8B-B14F-4D97-AF65-F5344CB8AC3E}">
        <p14:creationId xmlns:p14="http://schemas.microsoft.com/office/powerpoint/2010/main" val="3826689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Axios</a:t>
            </a:r>
            <a:endParaRPr lang="en-US" dirty="0"/>
          </a:p>
        </p:txBody>
      </p:sp>
      <p:pic>
        <p:nvPicPr>
          <p:cNvPr id="1026" name="Picture 2" descr="HTTP Status Codes: A Complete List + Explanation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5" t="5800" r="8975" b="14138"/>
          <a:stretch/>
        </p:blipFill>
        <p:spPr bwMode="auto">
          <a:xfrm>
            <a:off x="1131304" y="1853248"/>
            <a:ext cx="6351492" cy="4195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7697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Axios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128106" cy="4195481"/>
          </a:xfrm>
        </p:spPr>
        <p:txBody>
          <a:bodyPr>
            <a:normAutofit/>
          </a:bodyPr>
          <a:lstStyle/>
          <a:p>
            <a:pPr marL="0" indent="0" algn="just" fontAlgn="base">
              <a:lnSpc>
                <a:spcPct val="150000"/>
              </a:lnSpc>
              <a:buClr>
                <a:schemeClr val="accent1"/>
              </a:buClr>
              <a:buNone/>
            </a:pPr>
            <a:r>
              <a:rPr lang="en-US" b="1" dirty="0"/>
              <a:t>Error Object: </a:t>
            </a:r>
            <a:r>
              <a:rPr lang="en-US" dirty="0"/>
              <a:t>You will get an error object if there will be a problem with the request. Promise will be rejected with an error object with the properties given</a:t>
            </a:r>
          </a:p>
          <a:p>
            <a:pPr algn="just" fontAlgn="base">
              <a:lnSpc>
                <a:spcPct val="150000"/>
              </a:lnSpc>
              <a:buClr>
                <a:schemeClr val="accent1"/>
              </a:buClr>
            </a:pPr>
            <a:r>
              <a:rPr lang="en-US" b="1" dirty="0"/>
              <a:t>message:</a:t>
            </a:r>
            <a:r>
              <a:rPr lang="en-US" dirty="0"/>
              <a:t> Error message text. </a:t>
            </a:r>
          </a:p>
          <a:p>
            <a:pPr algn="just" fontAlgn="base">
              <a:lnSpc>
                <a:spcPct val="150000"/>
              </a:lnSpc>
              <a:buClr>
                <a:schemeClr val="accent1"/>
              </a:buClr>
            </a:pPr>
            <a:r>
              <a:rPr lang="en-US" b="1" dirty="0"/>
              <a:t>response:</a:t>
            </a:r>
            <a:r>
              <a:rPr lang="en-US" dirty="0"/>
              <a:t> Response object (if received). </a:t>
            </a:r>
          </a:p>
          <a:p>
            <a:pPr algn="just" fontAlgn="base">
              <a:lnSpc>
                <a:spcPct val="150000"/>
              </a:lnSpc>
              <a:buClr>
                <a:schemeClr val="accent1"/>
              </a:buClr>
            </a:pPr>
            <a:r>
              <a:rPr lang="en-US" b="1" dirty="0"/>
              <a:t>request:</a:t>
            </a:r>
            <a:r>
              <a:rPr lang="en-US" dirty="0"/>
              <a:t> Actual </a:t>
            </a:r>
            <a:r>
              <a:rPr lang="en-US" dirty="0" err="1"/>
              <a:t>XMLHttpRequest</a:t>
            </a:r>
            <a:r>
              <a:rPr lang="en-US" dirty="0"/>
              <a:t> object (when running in a browser). </a:t>
            </a:r>
          </a:p>
          <a:p>
            <a:pPr algn="just" fontAlgn="base">
              <a:lnSpc>
                <a:spcPct val="150000"/>
              </a:lnSpc>
              <a:buClr>
                <a:schemeClr val="accent1"/>
              </a:buClr>
            </a:pPr>
            <a:r>
              <a:rPr lang="en-US" b="1" dirty="0" err="1"/>
              <a:t>config</a:t>
            </a:r>
            <a:r>
              <a:rPr lang="en-US" b="1" dirty="0"/>
              <a:t>: </a:t>
            </a:r>
            <a:r>
              <a:rPr lang="en-US" dirty="0"/>
              <a:t>Original request configuration. </a:t>
            </a:r>
          </a:p>
        </p:txBody>
      </p:sp>
    </p:spTree>
    <p:extLst>
      <p:ext uri="{BB962C8B-B14F-4D97-AF65-F5344CB8AC3E}">
        <p14:creationId xmlns:p14="http://schemas.microsoft.com/office/powerpoint/2010/main" val="1404109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Axios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128106" cy="4195481"/>
          </a:xfrm>
        </p:spPr>
        <p:txBody>
          <a:bodyPr>
            <a:normAutofit/>
          </a:bodyPr>
          <a:lstStyle/>
          <a:p>
            <a:pPr marL="0" indent="0" fontAlgn="base">
              <a:lnSpc>
                <a:spcPct val="150000"/>
              </a:lnSpc>
              <a:buClr>
                <a:schemeClr val="accent1"/>
              </a:buClr>
              <a:buNone/>
            </a:pPr>
            <a:r>
              <a:rPr lang="en-US" b="1" dirty="0"/>
              <a:t>Shorthand Methods in Axios: </a:t>
            </a:r>
            <a:endParaRPr lang="en-US" b="1" dirty="0" smtClean="0"/>
          </a:p>
          <a:p>
            <a:pPr fontAlgn="base">
              <a:lnSpc>
                <a:spcPct val="150000"/>
              </a:lnSpc>
              <a:buClr>
                <a:schemeClr val="accent1"/>
              </a:buClr>
            </a:pPr>
            <a:r>
              <a:rPr lang="en-US" dirty="0" err="1" smtClean="0"/>
              <a:t>axios.get</a:t>
            </a:r>
            <a:r>
              <a:rPr lang="en-US" dirty="0" smtClean="0"/>
              <a:t>(</a:t>
            </a:r>
            <a:r>
              <a:rPr lang="en-US" dirty="0" err="1" smtClean="0"/>
              <a:t>url</a:t>
            </a:r>
            <a:r>
              <a:rPr lang="en-US" dirty="0"/>
              <a:t>[, </a:t>
            </a:r>
            <a:r>
              <a:rPr lang="en-US" dirty="0" err="1"/>
              <a:t>config</a:t>
            </a:r>
            <a:r>
              <a:rPr lang="en-US" dirty="0"/>
              <a:t>])</a:t>
            </a:r>
          </a:p>
          <a:p>
            <a:pPr fontAlgn="base">
              <a:lnSpc>
                <a:spcPct val="150000"/>
              </a:lnSpc>
              <a:buClr>
                <a:schemeClr val="accent1"/>
              </a:buClr>
            </a:pPr>
            <a:r>
              <a:rPr lang="en-US" dirty="0" err="1"/>
              <a:t>axios.post</a:t>
            </a:r>
            <a:r>
              <a:rPr lang="en-US" dirty="0"/>
              <a:t>(</a:t>
            </a:r>
            <a:r>
              <a:rPr lang="en-US" dirty="0" err="1"/>
              <a:t>url</a:t>
            </a:r>
            <a:r>
              <a:rPr lang="en-US" dirty="0"/>
              <a:t>[, data[, </a:t>
            </a:r>
            <a:r>
              <a:rPr lang="en-US" dirty="0" err="1"/>
              <a:t>config</a:t>
            </a:r>
            <a:r>
              <a:rPr lang="en-US" dirty="0"/>
              <a:t>]])</a:t>
            </a:r>
          </a:p>
          <a:p>
            <a:pPr fontAlgn="base">
              <a:lnSpc>
                <a:spcPct val="150000"/>
              </a:lnSpc>
              <a:buClr>
                <a:schemeClr val="accent1"/>
              </a:buClr>
            </a:pPr>
            <a:r>
              <a:rPr lang="en-US" dirty="0" err="1"/>
              <a:t>axios.put</a:t>
            </a:r>
            <a:r>
              <a:rPr lang="en-US" dirty="0"/>
              <a:t>(</a:t>
            </a:r>
            <a:r>
              <a:rPr lang="en-US" dirty="0" err="1"/>
              <a:t>url</a:t>
            </a:r>
            <a:r>
              <a:rPr lang="en-US" dirty="0"/>
              <a:t>[, data[, </a:t>
            </a:r>
            <a:r>
              <a:rPr lang="en-US" dirty="0" err="1"/>
              <a:t>config</a:t>
            </a:r>
            <a:r>
              <a:rPr lang="en-US" dirty="0"/>
              <a:t>]])</a:t>
            </a:r>
          </a:p>
          <a:p>
            <a:pPr fontAlgn="base">
              <a:lnSpc>
                <a:spcPct val="150000"/>
              </a:lnSpc>
              <a:buClr>
                <a:schemeClr val="accent1"/>
              </a:buClr>
            </a:pPr>
            <a:r>
              <a:rPr lang="en-US" dirty="0" err="1"/>
              <a:t>axios.delete</a:t>
            </a:r>
            <a:r>
              <a:rPr lang="en-US" dirty="0"/>
              <a:t>(</a:t>
            </a:r>
            <a:r>
              <a:rPr lang="en-US" dirty="0" err="1"/>
              <a:t>url</a:t>
            </a:r>
            <a:r>
              <a:rPr lang="en-US" dirty="0"/>
              <a:t>[, </a:t>
            </a:r>
            <a:r>
              <a:rPr lang="en-US" dirty="0" err="1"/>
              <a:t>config</a:t>
            </a:r>
            <a:r>
              <a:rPr lang="en-US" dirty="0" smtClean="0"/>
              <a:t>])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411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Axios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128106" cy="4195481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/>
              <a:t>To start using Axios with React, you first need to install the Axios </a:t>
            </a:r>
            <a:r>
              <a:rPr lang="en-US" dirty="0" smtClean="0"/>
              <a:t>package.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endParaRPr lang="en-US" dirty="0"/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endParaRPr lang="en-US" dirty="0" smtClean="0"/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/>
              <a:t>Install JSON Server and Start JSON Server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495197" y="2873829"/>
            <a:ext cx="4168484" cy="57849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Clr>
                <a:schemeClr val="accent1"/>
              </a:buClr>
              <a:buFont typeface="Wingdings 3" charset="2"/>
              <a:buNone/>
            </a:pP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sz="1800" b="1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pm</a:t>
            </a:r>
            <a:r>
              <a:rPr lang="en-US" sz="18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install </a:t>
            </a:r>
            <a:r>
              <a:rPr lang="en-US" sz="1800" b="1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axios</a:t>
            </a:r>
            <a:endParaRPr lang="en-US" sz="18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495197" y="4631093"/>
            <a:ext cx="5810672" cy="87396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Clr>
                <a:schemeClr val="accent1"/>
              </a:buClr>
              <a:buNone/>
            </a:pP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npm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install -g </a:t>
            </a:r>
            <a:r>
              <a:rPr lang="en-US" sz="1800" b="1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  <a:r>
              <a:rPr lang="en-US" sz="18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-server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-server --watch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db.json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--port 3001</a:t>
            </a:r>
          </a:p>
          <a:p>
            <a:pPr marL="0" indent="0">
              <a:buClr>
                <a:schemeClr val="accent1"/>
              </a:buClr>
              <a:buNone/>
            </a:pPr>
            <a:endParaRPr lang="en-US" sz="1800" b="1" dirty="0" err="1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598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Axios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128106" cy="4195481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/>
              <a:t>Create a </a:t>
            </a:r>
            <a:r>
              <a:rPr lang="en-US" dirty="0" err="1"/>
              <a:t>db.json</a:t>
            </a:r>
            <a:r>
              <a:rPr lang="en-US" dirty="0"/>
              <a:t> File: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616494" y="2892489"/>
            <a:ext cx="5931971" cy="2873829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"users": [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{ "id": 1, "name": "John Doe" },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{ "id": 2, "name": "Jane Doe" },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{ "id": 3, "name": "Bob Smith" }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]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96739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Axios - GET Request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128106" cy="4195481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/>
              <a:t>Making a GET Request with Axios and React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/>
              <a:t>Let's create a simple React component that fetches data from a public API using Axios and displays the results. 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/>
              <a:t>We'll use the </a:t>
            </a:r>
            <a:r>
              <a:rPr lang="en-US" dirty="0" smtClean="0"/>
              <a:t>JSON Server/</a:t>
            </a:r>
            <a:r>
              <a:rPr lang="en-US" dirty="0" err="1" smtClean="0"/>
              <a:t>JSONPlaceholder</a:t>
            </a:r>
            <a:r>
              <a:rPr lang="en-US" dirty="0" smtClean="0"/>
              <a:t> </a:t>
            </a:r>
            <a:r>
              <a:rPr lang="en-US" dirty="0"/>
              <a:t>API to fetch some sample data.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 smtClean="0"/>
              <a:t>First</a:t>
            </a:r>
            <a:r>
              <a:rPr lang="en-US" dirty="0"/>
              <a:t>, create a new functional component called </a:t>
            </a:r>
            <a:r>
              <a:rPr lang="en-US" dirty="0" err="1"/>
              <a:t>GetData</a:t>
            </a:r>
            <a:r>
              <a:rPr lang="en-US" dirty="0"/>
              <a:t>: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761559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Axios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576873"/>
            <a:ext cx="10447986" cy="4805265"/>
          </a:xfrm>
          <a:solidFill>
            <a:schemeClr val="tx1"/>
          </a:solidFill>
        </p:spPr>
        <p:txBody>
          <a:bodyPr>
            <a:noAutofit/>
          </a:bodyPr>
          <a:lstStyle/>
          <a:p>
            <a:pPr marL="0" indent="0">
              <a:buClr>
                <a:schemeClr val="accent1"/>
              </a:buClr>
              <a:buNone/>
            </a:pPr>
            <a:endParaRPr lang="en-US" sz="2400" b="1" dirty="0" smtClean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Clr>
                <a:schemeClr val="accent1"/>
              </a:buClr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axios.get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('https://api.example.com/data')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.then(response =&gt; {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24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handle success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2400" b="1" dirty="0" smtClean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})</a:t>
            </a:r>
            <a:endParaRPr lang="en-US" sz="24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Clr>
                <a:schemeClr val="accent1"/>
              </a:buClr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.catch(error =&gt; {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handle error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24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});</a:t>
            </a:r>
            <a:endParaRPr lang="en-US" sz="24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867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Axios - GET Request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128106" cy="4195481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b="1" dirty="0" err="1"/>
              <a:t>axios.get</a:t>
            </a:r>
            <a:r>
              <a:rPr lang="en-US" b="1" dirty="0"/>
              <a:t>('https://api.example.com/data'): </a:t>
            </a:r>
            <a:r>
              <a:rPr lang="en-US" dirty="0"/>
              <a:t>This line initiates an HTTP GET request to the specified URL using the </a:t>
            </a:r>
            <a:r>
              <a:rPr lang="en-US" dirty="0" err="1"/>
              <a:t>axios</a:t>
            </a:r>
            <a:r>
              <a:rPr lang="en-US" dirty="0"/>
              <a:t> library. The </a:t>
            </a:r>
            <a:r>
              <a:rPr lang="en-US" dirty="0" err="1"/>
              <a:t>axios.get</a:t>
            </a:r>
            <a:r>
              <a:rPr lang="en-US" dirty="0"/>
              <a:t> method returns an asynchronous operation.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b="1" dirty="0" smtClean="0"/>
              <a:t>.</a:t>
            </a:r>
            <a:r>
              <a:rPr lang="en-US" b="1" dirty="0"/>
              <a:t>then(response =&gt; { /* handle success */ }): </a:t>
            </a:r>
            <a:r>
              <a:rPr lang="en-US" dirty="0"/>
              <a:t>This is a callback that is executed when the HTTP request is successful. The response parameter contains the data returned from the server. 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b="1" dirty="0" smtClean="0"/>
              <a:t>.</a:t>
            </a:r>
            <a:r>
              <a:rPr lang="en-US" b="1" dirty="0"/>
              <a:t>catch(error =&gt; { /* handle error */ }): </a:t>
            </a:r>
            <a:r>
              <a:rPr lang="en-US" dirty="0"/>
              <a:t>This is a callback that is executed when an error occurs during the HTTP request. The error parameter contains information about the error.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69645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Get request</a:t>
            </a:r>
          </a:p>
        </p:txBody>
      </p:sp>
    </p:spTree>
    <p:extLst>
      <p:ext uri="{BB962C8B-B14F-4D97-AF65-F5344CB8AC3E}">
        <p14:creationId xmlns:p14="http://schemas.microsoft.com/office/powerpoint/2010/main" val="4077771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Axios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576873"/>
            <a:ext cx="10447986" cy="4805265"/>
          </a:xfrm>
          <a:solidFill>
            <a:schemeClr val="tx1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AxiosGet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18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endParaRPr lang="en-US" sz="18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8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users</a:t>
            </a:r>
            <a:r>
              <a:rPr lang="en-US" sz="18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800" b="1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setUsers</a:t>
            </a:r>
            <a:r>
              <a:rPr lang="en-US" sz="18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useState</a:t>
            </a:r>
            <a:r>
              <a:rPr lang="en-US" sz="18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([]);</a:t>
            </a:r>
          </a:p>
          <a:p>
            <a:pPr marL="0" indent="0">
              <a:buNone/>
            </a:pPr>
            <a:endParaRPr lang="en-US" sz="18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useEffect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(() =&gt; </a:t>
            </a:r>
            <a:r>
              <a:rPr lang="en-US" sz="18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</a:t>
            </a:r>
            <a:r>
              <a:rPr lang="en-US" sz="1800" b="1" dirty="0" smtClean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 smtClean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axios</a:t>
            </a:r>
            <a:endParaRPr lang="en-US" sz="1800" b="1" dirty="0" smtClean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b="1" dirty="0" smtClean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.get</a:t>
            </a: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(`https://jsonplaceholder.typicode.com/users`)</a:t>
            </a:r>
            <a:endParaRPr lang="en-US" sz="1800" b="1" dirty="0" smtClean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b="1" dirty="0" smtClean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.then((res) =&gt; {</a:t>
            </a:r>
          </a:p>
          <a:p>
            <a:pPr marL="0" indent="0">
              <a:buNone/>
            </a:pPr>
            <a:r>
              <a:rPr lang="en-US" sz="1800" b="1" dirty="0" smtClean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1800" b="1" dirty="0" err="1" smtClean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setUsers</a:t>
            </a:r>
            <a:r>
              <a:rPr lang="en-US" sz="1800" b="1" dirty="0" smtClean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b="1" dirty="0" err="1" smtClean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res.data</a:t>
            </a:r>
            <a:r>
              <a:rPr lang="en-US" sz="1800" b="1" dirty="0" smtClean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b="1" dirty="0" smtClean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});</a:t>
            </a:r>
          </a:p>
          <a:p>
            <a:pPr marL="0" indent="0"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}, []);</a:t>
            </a:r>
          </a:p>
          <a:p>
            <a:pPr marL="0" indent="0"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endParaRPr lang="en-US" sz="18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3823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Axios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576873"/>
            <a:ext cx="10447986" cy="4805265"/>
          </a:xfrm>
          <a:solidFill>
            <a:schemeClr val="tx1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AxiosGet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18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endParaRPr lang="en-US" sz="18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[employees, </a:t>
            </a:r>
            <a:r>
              <a:rPr lang="en-US" sz="1800" b="1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setEmployees</a:t>
            </a:r>
            <a:r>
              <a:rPr lang="en-US" sz="18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useState</a:t>
            </a:r>
            <a:r>
              <a:rPr lang="en-US" sz="18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([]);</a:t>
            </a:r>
          </a:p>
          <a:p>
            <a:pPr marL="0" indent="0">
              <a:buNone/>
            </a:pPr>
            <a:endParaRPr lang="en-US" sz="18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useEffect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(() =&gt; </a:t>
            </a:r>
            <a:r>
              <a:rPr lang="en-US" sz="18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</a:t>
            </a:r>
            <a:r>
              <a:rPr lang="en-US" sz="1800" b="1" dirty="0" smtClean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 smtClean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axios</a:t>
            </a:r>
            <a:endParaRPr lang="en-US" sz="1800" b="1" dirty="0" smtClean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b="1" dirty="0" smtClean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.get</a:t>
            </a:r>
            <a:r>
              <a:rPr lang="en-US" sz="1800" b="1" dirty="0" smtClean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(`http://localhost:3001/users`)</a:t>
            </a:r>
            <a:endParaRPr lang="en-US" sz="1800" b="1" dirty="0" smtClean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b="1" dirty="0" smtClean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.then((res) =&gt; {</a:t>
            </a:r>
          </a:p>
          <a:p>
            <a:pPr marL="0" indent="0">
              <a:buNone/>
            </a:pPr>
            <a:r>
              <a:rPr lang="en-US" sz="1800" b="1" dirty="0" smtClean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1800" b="1" dirty="0" err="1" smtClean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setEmployees</a:t>
            </a:r>
            <a:r>
              <a:rPr lang="en-US" sz="1800" b="1" dirty="0" smtClean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b="1" dirty="0" err="1" smtClean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res.data</a:t>
            </a:r>
            <a:r>
              <a:rPr lang="en-US" sz="1800" b="1" dirty="0" smtClean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b="1" dirty="0" smtClean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});</a:t>
            </a:r>
          </a:p>
          <a:p>
            <a:pPr marL="0" indent="0"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}, []);</a:t>
            </a:r>
          </a:p>
          <a:p>
            <a:pPr marL="0" indent="0"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endParaRPr lang="en-US" sz="18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686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Axios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576873"/>
            <a:ext cx="10447986" cy="4805265"/>
          </a:xfrm>
          <a:solidFill>
            <a:schemeClr val="tx1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return (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&lt;div&gt;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AxiosGet</a:t>
            </a:r>
            <a:endParaRPr lang="en-US" sz="18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&lt;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ul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sz="18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800" b="1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employees.map</a:t>
            </a:r>
            <a:r>
              <a:rPr lang="en-US" sz="18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((employee) 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=&gt; (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    &lt;li</a:t>
            </a:r>
            <a:r>
              <a:rPr lang="en-US" sz="18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&gt;{employee.name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}&lt;/li&gt;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  ))}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&lt;/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ul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&lt;/div&gt;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);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30178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Post request</a:t>
            </a:r>
          </a:p>
        </p:txBody>
      </p:sp>
    </p:spTree>
    <p:extLst>
      <p:ext uri="{BB962C8B-B14F-4D97-AF65-F5344CB8AC3E}">
        <p14:creationId xmlns:p14="http://schemas.microsoft.com/office/powerpoint/2010/main" val="3861106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Axios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576873"/>
            <a:ext cx="10447986" cy="4805265"/>
          </a:xfrm>
          <a:solidFill>
            <a:schemeClr val="tx1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AxiosPost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[name,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setName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useState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("");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handleChange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(event) =&gt; {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setName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event.target.value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};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handleSubmit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(event) =&gt; {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event.preventDefault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axios</a:t>
            </a:r>
            <a:endParaRPr lang="en-US" sz="18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.post(`http://localhost:3001/users`, { name })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.then((res) =&gt; {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console.log(</a:t>
            </a:r>
            <a:r>
              <a:rPr lang="en-US" sz="1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res.data</a:t>
            </a: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800" b="1" dirty="0" smtClean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})</a:t>
            </a:r>
            <a:endParaRPr lang="en-US" sz="18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3700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Axios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576873"/>
            <a:ext cx="10447986" cy="4805265"/>
          </a:xfrm>
          <a:solidFill>
            <a:schemeClr val="tx1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.catch((error) =&gt; {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console.log("Error: " + error);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});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};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(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&lt;div&gt;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AxiosPost</a:t>
            </a:r>
            <a:endParaRPr lang="en-US" sz="14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&lt;form </a:t>
            </a:r>
            <a:r>
              <a:rPr lang="en-US" sz="1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onSubmit</a:t>
            </a:r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={</a:t>
            </a:r>
            <a:r>
              <a:rPr lang="en-US" sz="1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handleSubmit</a:t>
            </a:r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}&gt;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&lt;input type="text" value={name} </a:t>
            </a:r>
            <a:r>
              <a:rPr lang="en-US" sz="1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onChange</a:t>
            </a:r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={</a:t>
            </a:r>
            <a:r>
              <a:rPr lang="en-US" sz="1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handleChange</a:t>
            </a:r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}&gt;&lt;/input&gt;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&lt;button type="submit"&gt;Submit&lt;/button&gt;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&lt;/form&gt;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&lt;/div&gt;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);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9863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Put request</a:t>
            </a:r>
          </a:p>
        </p:txBody>
      </p:sp>
    </p:spTree>
    <p:extLst>
      <p:ext uri="{BB962C8B-B14F-4D97-AF65-F5344CB8AC3E}">
        <p14:creationId xmlns:p14="http://schemas.microsoft.com/office/powerpoint/2010/main" val="41349702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Axios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576873"/>
            <a:ext cx="10447986" cy="4805265"/>
          </a:xfrm>
          <a:solidFill>
            <a:schemeClr val="tx1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AxiosPut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[name,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setName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useState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("");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[id,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setId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useState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handleChange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(event) =&gt; {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setName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event.target.value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};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handleId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(event) =&gt; {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setId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event.target.value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};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handleSubmit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(event) =&gt; {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event.preventDefault</a:t>
            </a:r>
            <a:r>
              <a:rPr lang="en-US" sz="18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en-US" sz="18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6890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Axios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576873"/>
            <a:ext cx="10447986" cy="4805265"/>
          </a:xfrm>
          <a:solidFill>
            <a:schemeClr val="tx1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axios</a:t>
            </a:r>
            <a:endParaRPr lang="en-US" sz="18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.put(`http://localhost:3001/users/${id}`, { name })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.then((res) =&gt; {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console.log(</a:t>
            </a:r>
            <a:r>
              <a:rPr lang="en-US" sz="1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res.data</a:t>
            </a: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})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.catch((error) =&gt; {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console.log("Error:" + error);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});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};</a:t>
            </a:r>
          </a:p>
          <a:p>
            <a:pPr marL="0" indent="0">
              <a:buNone/>
            </a:pPr>
            <a:endParaRPr lang="en-US" sz="18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8880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Axios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576873"/>
            <a:ext cx="10447986" cy="4805265"/>
          </a:xfrm>
          <a:solidFill>
            <a:schemeClr val="tx1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return (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&lt;div&gt;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AxiosPut</a:t>
            </a:r>
            <a:endParaRPr lang="en-US" sz="18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&lt;form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onSubmit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={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handleSubmit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}&gt;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&lt;input type="number"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onChange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={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handleId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}&gt;&lt;/input&gt;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&lt;input type="text" value={name}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onChange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={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handleChange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}&gt;&lt;/input&gt;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&lt;button type="submit"&gt;Submit&lt;/button&gt;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&lt;/form&gt;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&lt;/div&gt;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);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31065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Delete request</a:t>
            </a:r>
          </a:p>
        </p:txBody>
      </p:sp>
    </p:spTree>
    <p:extLst>
      <p:ext uri="{BB962C8B-B14F-4D97-AF65-F5344CB8AC3E}">
        <p14:creationId xmlns:p14="http://schemas.microsoft.com/office/powerpoint/2010/main" val="10382619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Axios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576873"/>
            <a:ext cx="10447986" cy="4805265"/>
          </a:xfrm>
          <a:solidFill>
            <a:schemeClr val="tx1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AxiosDelete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[id,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setId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useState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("");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handleId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(event) =&gt; {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setId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event.target.value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};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handleSubmit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(event) =&gt; {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event.preventDefault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axios</a:t>
            </a:r>
            <a:endParaRPr lang="en-US" sz="18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.delete(`http://localhost:3001/users/${id}`)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.then((res) =&gt; {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console.log(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res.data</a:t>
            </a:r>
            <a:r>
              <a:rPr lang="en-US" sz="18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sz="18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5007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Axios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576873"/>
            <a:ext cx="10447986" cy="4805265"/>
          </a:xfrm>
          <a:solidFill>
            <a:schemeClr val="tx1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console.log(`Deleted ID: ${id}`);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})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.catch((error) =&gt; {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console.log("Error: ", error);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});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US" sz="18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683310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Axios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576873"/>
            <a:ext cx="10447986" cy="4805265"/>
          </a:xfrm>
          <a:solidFill>
            <a:schemeClr val="tx1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(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&lt;div&gt;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AxiosDelete</a:t>
            </a:r>
            <a:endParaRPr lang="en-US" sz="18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&lt;form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onSubmit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={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handleSubmit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}&gt;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&lt;input type="text" value={id}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onChange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={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handleId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}&gt;&lt;/input&gt;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&lt;button type="submit"&gt;Submit&lt;/button&gt;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&lt;/form&gt;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&lt;/div&gt;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);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88515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asyn</a:t>
            </a:r>
            <a:r>
              <a:rPr lang="en-US" b="1" dirty="0" smtClean="0"/>
              <a:t> and await keyword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/>
              <a:t>The </a:t>
            </a:r>
            <a:r>
              <a:rPr lang="en-US" b="1" dirty="0" err="1"/>
              <a:t>asyn</a:t>
            </a:r>
            <a:r>
              <a:rPr lang="en-US" b="1" dirty="0"/>
              <a:t> keyword </a:t>
            </a:r>
            <a:r>
              <a:rPr lang="en-US" dirty="0"/>
              <a:t>is used to make an asynchronous request to the server to fetch the list of users. 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/>
              <a:t>The </a:t>
            </a:r>
            <a:r>
              <a:rPr lang="en-US" b="1" dirty="0"/>
              <a:t>await keyword </a:t>
            </a:r>
            <a:r>
              <a:rPr lang="en-US" dirty="0"/>
              <a:t>is used with </a:t>
            </a:r>
            <a:r>
              <a:rPr lang="en-US" dirty="0" err="1"/>
              <a:t>axios.get</a:t>
            </a:r>
            <a:r>
              <a:rPr lang="en-US" dirty="0"/>
              <a:t> to wait for the promise to resolve before continuing. 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/>
              <a:t>This allows the component to wait for the data before updating the state with </a:t>
            </a:r>
            <a:r>
              <a:rPr lang="en-US" dirty="0" err="1"/>
              <a:t>setUsers</a:t>
            </a:r>
            <a:r>
              <a:rPr lang="en-US" dirty="0"/>
              <a:t>. reframe the sentence</a:t>
            </a:r>
          </a:p>
        </p:txBody>
      </p:sp>
    </p:spTree>
    <p:extLst>
      <p:ext uri="{BB962C8B-B14F-4D97-AF65-F5344CB8AC3E}">
        <p14:creationId xmlns:p14="http://schemas.microsoft.com/office/powerpoint/2010/main" val="32784475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1" dirty="0" smtClean="0"/>
              <a:t>Thank You</a:t>
            </a:r>
            <a:endParaRPr 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2301919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1855</TotalTime>
  <Words>1137</Words>
  <Application>Microsoft Office PowerPoint</Application>
  <PresentationFormat>Widescreen</PresentationFormat>
  <Paragraphs>218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Century Gothic</vt:lpstr>
      <vt:lpstr>Courier New</vt:lpstr>
      <vt:lpstr>Wingdings 3</vt:lpstr>
      <vt:lpstr>Ion</vt:lpstr>
      <vt:lpstr>Axios</vt:lpstr>
      <vt:lpstr>Axios</vt:lpstr>
      <vt:lpstr>PowerPoint Presentation</vt:lpstr>
      <vt:lpstr>Axios</vt:lpstr>
      <vt:lpstr>Axios Features</vt:lpstr>
      <vt:lpstr>Axios</vt:lpstr>
      <vt:lpstr>Axios</vt:lpstr>
      <vt:lpstr>Axios</vt:lpstr>
      <vt:lpstr>Axios</vt:lpstr>
      <vt:lpstr>Axios</vt:lpstr>
      <vt:lpstr>Axios</vt:lpstr>
      <vt:lpstr>Axios - GET Request</vt:lpstr>
      <vt:lpstr>Axios</vt:lpstr>
      <vt:lpstr>Axios - GET Request</vt:lpstr>
      <vt:lpstr>Example</vt:lpstr>
      <vt:lpstr>Axios</vt:lpstr>
      <vt:lpstr>Axios</vt:lpstr>
      <vt:lpstr>Axios</vt:lpstr>
      <vt:lpstr>Example</vt:lpstr>
      <vt:lpstr>Axios</vt:lpstr>
      <vt:lpstr>Axios</vt:lpstr>
      <vt:lpstr>Example</vt:lpstr>
      <vt:lpstr>Axios</vt:lpstr>
      <vt:lpstr>Axios</vt:lpstr>
      <vt:lpstr>Axios</vt:lpstr>
      <vt:lpstr>Example</vt:lpstr>
      <vt:lpstr>Axios</vt:lpstr>
      <vt:lpstr>Axios</vt:lpstr>
      <vt:lpstr>Axios</vt:lpstr>
      <vt:lpstr>asyn and await keyword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Backtracking</dc:title>
  <dc:creator>Lenovo</dc:creator>
  <cp:lastModifiedBy>Lenovo</cp:lastModifiedBy>
  <cp:revision>224</cp:revision>
  <dcterms:created xsi:type="dcterms:W3CDTF">2023-09-24T13:16:07Z</dcterms:created>
  <dcterms:modified xsi:type="dcterms:W3CDTF">2024-11-01T07:58:38Z</dcterms:modified>
</cp:coreProperties>
</file>