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5965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54864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242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22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 IN REACT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6974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Hook Form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886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forms, manage input values, validate data, and submit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dramatically less code.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074920"/>
            <a:ext cx="1225296" cy="402336"/>
          </a:xfrm>
          <a:prstGeom prst="roundRect">
            <a:avLst>
              <a:gd name="adj" fmla="val 18182"/>
            </a:avLst>
          </a:prstGeom>
          <a:solidFill>
            <a:srgbClr val="242A4C"/>
          </a:solidFill>
          <a:ln w="12700">
            <a:solidFill>
              <a:srgbClr val="3A40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7492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useForm()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31136" y="5074920"/>
            <a:ext cx="1325880" cy="402336"/>
          </a:xfrm>
          <a:prstGeom prst="roundRect">
            <a:avLst>
              <a:gd name="adj" fmla="val 18182"/>
            </a:avLst>
          </a:prstGeom>
          <a:solidFill>
            <a:srgbClr val="242A4C"/>
          </a:solidFill>
          <a:ln w="12700">
            <a:solidFill>
              <a:srgbClr val="3A40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31136" y="507492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39896" y="5074920"/>
            <a:ext cx="1124712" cy="402336"/>
          </a:xfrm>
          <a:prstGeom prst="roundRect">
            <a:avLst>
              <a:gd name="adj" fmla="val 18182"/>
            </a:avLst>
          </a:prstGeom>
          <a:solidFill>
            <a:srgbClr val="242A4C"/>
          </a:solidFill>
          <a:ln w="12700">
            <a:solidFill>
              <a:srgbClr val="3A40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39896" y="5074920"/>
            <a:ext cx="1124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47488" y="5074920"/>
            <a:ext cx="1728216" cy="402336"/>
          </a:xfrm>
          <a:prstGeom prst="roundRect">
            <a:avLst>
              <a:gd name="adj" fmla="val 18182"/>
            </a:avLst>
          </a:prstGeom>
          <a:solidFill>
            <a:srgbClr val="242A4C"/>
          </a:solidFill>
          <a:ln w="12700">
            <a:solidFill>
              <a:srgbClr val="3A40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47488" y="5074920"/>
            <a:ext cx="1728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handleSubmit()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React Hook Form?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is a lightweight library for building and managing forms in React using hooks. It removes the boilerplate that normally comes with tracking input state by hand.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5120640" cy="2788920"/>
          </a:xfrm>
          <a:prstGeom prst="roundRect">
            <a:avLst>
              <a:gd name="adj" fmla="val 3279"/>
            </a:avLst>
          </a:prstGeom>
          <a:solidFill>
            <a:srgbClr val="F4F6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520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3192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writing state, an onChange handler, and manual validation for every single field, one hook gives you the whole form — inputs, validation, errors, and submission.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1600200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2648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15453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form inputs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18196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field's value automatically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2441448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3865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user input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6609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rules, no extra libraries needed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282696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2648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32278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errors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35021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error objects per field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4123944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2648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4069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form data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43434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object on every submit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4965192"/>
            <a:ext cx="384048" cy="38404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26480" y="4965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49103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code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51846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re-renders, less wiring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React Hook Form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package with npm, then import the useForm hook wherever you build a form.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65760" cy="36576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359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via npm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120640" cy="1005840"/>
          </a:xfrm>
          <a:prstGeom prst="roundRect">
            <a:avLst>
              <a:gd name="adj" fmla="val 8182"/>
            </a:avLst>
          </a:prstGeom>
          <a:solidFill>
            <a:srgbClr val="10131F"/>
          </a:solidFill>
          <a:ln w="12700">
            <a:solidFill>
              <a:srgbClr val="2A2F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04672" y="3035808"/>
            <a:ext cx="4608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react-hook-form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2331720"/>
            <a:ext cx="365760" cy="36576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359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hook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2834640"/>
            <a:ext cx="5486400" cy="1005840"/>
          </a:xfrm>
          <a:prstGeom prst="roundRect">
            <a:avLst>
              <a:gd name="adj" fmla="val 8182"/>
            </a:avLst>
          </a:prstGeom>
          <a:solidFill>
            <a:srgbClr val="10131F"/>
          </a:solidFill>
          <a:ln w="12700">
            <a:solidFill>
              <a:srgbClr val="2A2F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82512" y="3035808"/>
            <a:ext cx="4974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useForm } from "react-hook-form";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F4F6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480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hooks?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8006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useForm() runs once per form and exposes everything you need — register, handleSubmit, and validation errors — without extra state variables or change handlers for each field.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Building Blocks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242A4C"/>
          </a:solidFill>
          <a:ln w="15875">
            <a:solidFill>
              <a:srgbClr val="61DA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1D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useForm()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64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form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90672" y="3044952"/>
            <a:ext cx="356616" cy="219456"/>
          </a:xfrm>
          <a:prstGeom prst="rightArrow">
            <a:avLst/>
          </a:prstGeom>
          <a:solidFill>
            <a:srgbClr val="61DAFB"/>
          </a:solidFill>
          <a:ln/>
        </p:spPr>
      </p:sp>
      <p:sp>
        <p:nvSpPr>
          <p:cNvPr id="9" name="Shape 7"/>
          <p:cNvSpPr/>
          <p:nvPr/>
        </p:nvSpPr>
        <p:spPr>
          <a:xfrm>
            <a:off x="3520440" y="237744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242A4C"/>
          </a:solidFill>
          <a:ln w="15875">
            <a:solidFill>
              <a:srgbClr val="61DA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03320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1D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register()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364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inputs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71032" y="3044952"/>
            <a:ext cx="356616" cy="219456"/>
          </a:xfrm>
          <a:prstGeom prst="rightArrow">
            <a:avLst/>
          </a:prstGeom>
          <a:solidFill>
            <a:srgbClr val="61DAFB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237744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242A4C"/>
          </a:solidFill>
          <a:ln w="15875">
            <a:solidFill>
              <a:srgbClr val="61DA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1D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handleSubmit()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364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submission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51392" y="3044952"/>
            <a:ext cx="356616" cy="219456"/>
          </a:xfrm>
          <a:prstGeom prst="rightArrow">
            <a:avLst/>
          </a:prstGeom>
          <a:solidFill>
            <a:srgbClr val="61DAFB"/>
          </a:solidFill>
          <a:ln/>
        </p:spPr>
      </p:sp>
      <p:sp>
        <p:nvSpPr>
          <p:cNvPr id="19" name="Shape 17"/>
          <p:cNvSpPr/>
          <p:nvPr/>
        </p:nvSpPr>
        <p:spPr>
          <a:xfrm>
            <a:off x="9281160" y="237744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242A4C"/>
          </a:solidFill>
          <a:ln w="15875">
            <a:solidFill>
              <a:srgbClr val="61DA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64040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1D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46404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errors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9464040" y="3364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validation errors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572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these four, and the rest of the library follows naturally.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useForm()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React Hook Form hook. Call it once at the top of your component to create the form and receive the functions you need to manage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65760" cy="36576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0358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3101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an input to the form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365760" cy="36576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8130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handleSubmit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0873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your submit handler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60020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10131F"/>
          </a:solidFill>
          <a:ln w="12700">
            <a:solidFill>
              <a:srgbClr val="2A2F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82512" y="1801368"/>
            <a:ext cx="49743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register,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handleSubmit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= useForm();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register()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register() connects an input field to React Hook Form. Spread it onto any input — the field name becomes the key in your submitted data.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10131F"/>
          </a:solidFill>
          <a:ln w="12700">
            <a:solidFill>
              <a:srgbClr val="2A2F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2670048"/>
            <a:ext cx="4608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{...register("name")} /&gt;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{...register("email")} /&gt;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06440" y="3246120"/>
            <a:ext cx="320040" cy="201168"/>
          </a:xfrm>
          <a:prstGeom prst="rightArrow">
            <a:avLst/>
          </a:prstGeom>
          <a:solidFill>
            <a:srgbClr val="C7D2E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2487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83464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10131F"/>
          </a:solidFill>
          <a:ln w="12700">
            <a:solidFill>
              <a:srgbClr val="2A2F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19672" y="3035808"/>
            <a:ext cx="4837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"Ajay",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"ajay@gmail.com"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Minimal Working 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4709160"/>
          </a:xfrm>
          <a:prstGeom prst="roundRect">
            <a:avLst>
              <a:gd name="adj" fmla="val 1748"/>
            </a:avLst>
          </a:prstGeom>
          <a:solidFill>
            <a:srgbClr val="10131F"/>
          </a:solidFill>
          <a:ln w="12700">
            <a:solidFill>
              <a:srgbClr val="2A2F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801368"/>
            <a:ext cx="6163056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useForm } from "react-hook-form";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register, handleSubmit } = useForm();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onSubmit = (data) =&gt; 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console.log(data);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&lt;form onSubmit={handleSubmit(onSubmit)}&gt;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{...register("name")} /&gt;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{...register("email")} /&gt;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type="submit"&gt;Submit&lt;/button&gt;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&lt;/form&gt;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543800" y="1737360"/>
            <a:ext cx="365760" cy="36576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438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1691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useForm()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1965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Initializes the form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43800" y="2724912"/>
            <a:ext cx="365760" cy="36576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54380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679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register()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29535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up each input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43800" y="3712464"/>
            <a:ext cx="365760" cy="36576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43800" y="3712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36667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handleSubmit()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39410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the submit handler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543800" y="4700016"/>
            <a:ext cx="365760" cy="36576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543800" y="4700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46542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onSubmit(data)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4928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the collected values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handleSubmit()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handleSubmit() validates the form, then calls your onSubmit function with the clean, validated data.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120640" cy="1005840"/>
          </a:xfrm>
          <a:prstGeom prst="roundRect">
            <a:avLst>
              <a:gd name="adj" fmla="val 8182"/>
            </a:avLst>
          </a:prstGeom>
          <a:solidFill>
            <a:srgbClr val="10131F"/>
          </a:solidFill>
          <a:ln w="12700">
            <a:solidFill>
              <a:srgbClr val="2A2F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2532888"/>
            <a:ext cx="4608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onSubmit={handleSubmit(onSubmit)}&gt;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5120640" cy="1554480"/>
          </a:xfrm>
          <a:prstGeom prst="roundRect">
            <a:avLst>
              <a:gd name="adj" fmla="val 5294"/>
            </a:avLst>
          </a:prstGeom>
          <a:solidFill>
            <a:srgbClr val="10131F"/>
          </a:solidFill>
          <a:ln w="12700">
            <a:solidFill>
              <a:srgbClr val="2A2F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04672" y="3721608"/>
            <a:ext cx="46085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onSubmit = (data) =&gt;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console.log(data);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2377440"/>
            <a:ext cx="5303520" cy="640080"/>
          </a:xfrm>
          <a:prstGeom prst="roundRect">
            <a:avLst>
              <a:gd name="adj" fmla="val 12857"/>
            </a:avLst>
          </a:prstGeom>
          <a:solidFill>
            <a:srgbClr val="F4F6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23774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Submit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778240" y="3035808"/>
            <a:ext cx="237744" cy="292608"/>
          </a:xfrm>
          <a:prstGeom prst="downArrow">
            <a:avLst/>
          </a:prstGeom>
          <a:solidFill>
            <a:srgbClr val="C7D2E3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3310128"/>
            <a:ext cx="5303520" cy="640080"/>
          </a:xfrm>
          <a:prstGeom prst="roundRect">
            <a:avLst>
              <a:gd name="adj" fmla="val 12857"/>
            </a:avLst>
          </a:prstGeom>
          <a:solidFill>
            <a:srgbClr val="61DA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331012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handleSubmit()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78240" y="3968496"/>
            <a:ext cx="237744" cy="292608"/>
          </a:xfrm>
          <a:prstGeom prst="downArrow">
            <a:avLst/>
          </a:prstGeom>
          <a:solidFill>
            <a:srgbClr val="C7D2E3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4242816"/>
            <a:ext cx="5303520" cy="640080"/>
          </a:xfrm>
          <a:prstGeom prst="roundRect">
            <a:avLst>
              <a:gd name="adj" fmla="val 12857"/>
            </a:avLst>
          </a:prstGeom>
          <a:solidFill>
            <a:srgbClr val="F4F6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4242816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onSubmit(data)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Inputs to Data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collects every registered input's value automatically — no manual state tracking required.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5120640" cy="13716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ajay@gmail.com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3246120"/>
            <a:ext cx="365760" cy="201168"/>
          </a:xfrm>
          <a:prstGeom prst="rightArrow">
            <a:avLst/>
          </a:prstGeom>
          <a:solidFill>
            <a:srgbClr val="C7D2E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5508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object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743200"/>
            <a:ext cx="5257800" cy="1554480"/>
          </a:xfrm>
          <a:prstGeom prst="roundRect">
            <a:avLst>
              <a:gd name="adj" fmla="val 5294"/>
            </a:avLst>
          </a:prstGeom>
          <a:solidFill>
            <a:srgbClr val="10131F"/>
          </a:solidFill>
          <a:ln w="12700">
            <a:solidFill>
              <a:srgbClr val="2A2F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7"/>
          <p:cNvSpPr txBox="1"/>
          <p:nvPr/>
        </p:nvSpPr>
        <p:spPr>
          <a:xfrm>
            <a:off x="6611112" y="2944368"/>
            <a:ext cx="47457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"Ajay",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"ajay@gmail.com"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Validation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167128"/>
            <a:ext cx="4800600" cy="868680"/>
          </a:xfrm>
          <a:prstGeom prst="roundRect">
            <a:avLst>
              <a:gd name="adj" fmla="val 9474"/>
            </a:avLst>
          </a:prstGeom>
          <a:solidFill>
            <a:srgbClr val="10131F"/>
          </a:solidFill>
          <a:ln w="12700">
            <a:solidFill>
              <a:srgbClr val="2A2F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78992" y="2368296"/>
            <a:ext cx="4288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required: "Name is required"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3639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must not be empty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F4F6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7830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minLength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37960" y="2167128"/>
            <a:ext cx="4800600" cy="868680"/>
          </a:xfrm>
          <a:prstGeom prst="roundRect">
            <a:avLst>
              <a:gd name="adj" fmla="val 9474"/>
            </a:avLst>
          </a:prstGeom>
          <a:solidFill>
            <a:srgbClr val="10131F"/>
          </a:solidFill>
          <a:ln w="12700">
            <a:solidFill>
              <a:srgbClr val="2A2F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793992" y="2368296"/>
            <a:ext cx="4288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minLength: { value: 6, message: ... }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13639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a minimum length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F4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1148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498848"/>
            <a:ext cx="4800600" cy="868680"/>
          </a:xfrm>
          <a:prstGeom prst="roundRect">
            <a:avLst>
              <a:gd name="adj" fmla="val 9474"/>
            </a:avLst>
          </a:prstGeom>
          <a:solidFill>
            <a:srgbClr val="10131F"/>
          </a:solidFill>
          <a:ln w="12700">
            <a:solidFill>
              <a:srgbClr val="2A2F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78992" y="4700016"/>
            <a:ext cx="4288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pattern: { value: /regex/, ... }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46811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against a regex, e.g. email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F4F6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7960" y="41148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37960" y="4498848"/>
            <a:ext cx="4800600" cy="868680"/>
          </a:xfrm>
          <a:prstGeom prst="roundRect">
            <a:avLst>
              <a:gd name="adj" fmla="val 9474"/>
            </a:avLst>
          </a:prstGeom>
          <a:solidFill>
            <a:srgbClr val="10131F"/>
          </a:solidFill>
          <a:ln w="12700">
            <a:solidFill>
              <a:srgbClr val="2A2F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793992" y="4700016"/>
            <a:ext cx="4288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min: { value: 18, message: ... }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546811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a minimum numeric value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&amp; Displaying errors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10131F"/>
          </a:solidFill>
          <a:ln w="12700">
            <a:solidFill>
              <a:srgbClr val="2A2F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801368"/>
            <a:ext cx="4974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register, handleSubmit,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formState: { errors }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= useForm();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486400" cy="1280160"/>
          </a:xfrm>
          <a:prstGeom prst="roundRect">
            <a:avLst>
              <a:gd name="adj" fmla="val 6429"/>
            </a:avLst>
          </a:prstGeom>
          <a:solidFill>
            <a:srgbClr val="10131F"/>
          </a:solidFill>
          <a:ln w="12700">
            <a:solidFill>
              <a:srgbClr val="2A2F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3401568"/>
            <a:ext cx="4974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{errors.name &amp;&amp; (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&lt;p&gt;{errors.name.message}&lt;/p&gt;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92240" y="1737360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7373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851392" y="2322576"/>
            <a:ext cx="219456" cy="201168"/>
          </a:xfrm>
          <a:prstGeom prst="downArrow">
            <a:avLst/>
          </a:prstGeom>
          <a:solidFill>
            <a:srgbClr val="C7D2E3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2523744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252374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851392" y="3108960"/>
            <a:ext cx="219456" cy="201168"/>
          </a:xfrm>
          <a:prstGeom prst="downArrow">
            <a:avLst/>
          </a:prstGeom>
          <a:solidFill>
            <a:srgbClr val="C7D2E3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3310128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33101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851392" y="3895344"/>
            <a:ext cx="219456" cy="201168"/>
          </a:xfrm>
          <a:prstGeom prst="downArrow">
            <a:avLst/>
          </a:prstGeom>
          <a:solidFill>
            <a:srgbClr val="C7D2E3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4096512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409651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851392" y="4681728"/>
            <a:ext cx="219456" cy="201168"/>
          </a:xfrm>
          <a:prstGeom prst="downArrow">
            <a:avLst/>
          </a:prstGeom>
          <a:solidFill>
            <a:srgbClr val="C7D2E3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882896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61DA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88289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message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TEXT INPUTS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Select, Radio &amp; Checkbox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box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3017520"/>
          </a:xfrm>
          <a:prstGeom prst="roundRect">
            <a:avLst>
              <a:gd name="adj" fmla="val 2727"/>
            </a:avLst>
          </a:prstGeom>
          <a:solidFill>
            <a:srgbClr val="10131F"/>
          </a:solidFill>
          <a:ln w="12700">
            <a:solidFill>
              <a:srgbClr val="2A2F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938528"/>
            <a:ext cx="30540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{...register("department")}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&lt;option value="IT"&gt;IT&lt;/option&gt;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&lt;/select&gt;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370832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button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70832" y="1737360"/>
            <a:ext cx="3566160" cy="3017520"/>
          </a:xfrm>
          <a:prstGeom prst="roundRect">
            <a:avLst>
              <a:gd name="adj" fmla="val 2727"/>
            </a:avLst>
          </a:prstGeom>
          <a:solidFill>
            <a:srgbClr val="10131F"/>
          </a:solidFill>
          <a:ln w="12700">
            <a:solidFill>
              <a:srgbClr val="2A2F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26864" y="1938528"/>
            <a:ext cx="30540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type="radio" value="Male"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{...register("gender")}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193024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193024" y="1737360"/>
            <a:ext cx="3566160" cy="3017520"/>
          </a:xfrm>
          <a:prstGeom prst="roundRect">
            <a:avLst>
              <a:gd name="adj" fmla="val 2727"/>
            </a:avLst>
          </a:prstGeom>
          <a:solidFill>
            <a:srgbClr val="10131F"/>
          </a:solidFill>
          <a:ln w="12700">
            <a:solidFill>
              <a:srgbClr val="2A2F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449056" y="1938528"/>
            <a:ext cx="30540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type="checkbox"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{...register("terms")}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works the same way across every input type — spread register() and it handles the rest.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Registration 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943600" cy="4709160"/>
          </a:xfrm>
          <a:prstGeom prst="roundRect">
            <a:avLst>
              <a:gd name="adj" fmla="val 1748"/>
            </a:avLst>
          </a:prstGeom>
          <a:solidFill>
            <a:srgbClr val="10131F"/>
          </a:solidFill>
          <a:ln w="12700">
            <a:solidFill>
              <a:srgbClr val="2A2F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801368"/>
            <a:ext cx="5431536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onSubmit={handleSubmit(onSubmit)}&gt;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&lt;h2&gt;Registration Form&lt;/h2&gt;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placeholder="Name"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{...register("name",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required: "Name is required"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})} /&gt;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{errors.name &amp;&amp; &lt;p&gt;{errors.name.message}&lt;/p&gt;}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placeholder="Email"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{...register("email",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required: "Email is required"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})} /&gt;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type="password"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{...register("password",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minLength: { value: 6, ... 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})} /&gt;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type="submit"&gt;Register&lt;/button&gt;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76656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66560" y="2194560"/>
            <a:ext cx="292608" cy="29260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6656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1579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is wired with register()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66560" y="2971800"/>
            <a:ext cx="292608" cy="29260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6656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9352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and minLength validate as the user types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3749040"/>
            <a:ext cx="292608" cy="29260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66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71246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errors.&lt;field&gt; renders the message inline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4526280"/>
            <a:ext cx="292608" cy="292608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4526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448970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handleSubmit(onSubmit) only fires onSubmit once valid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Hook Form vs. useState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React Hook Form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4800600" cy="914400"/>
          </a:xfrm>
          <a:prstGeom prst="roundRect">
            <a:avLst>
              <a:gd name="adj" fmla="val 9000"/>
            </a:avLst>
          </a:prstGeom>
          <a:solidFill>
            <a:srgbClr val="10131F"/>
          </a:solidFill>
          <a:ln w="12700">
            <a:solidFill>
              <a:srgbClr val="2A2F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78992" y="25786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[name, setName] = useState("");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State for every field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onChange handler for every field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389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Manual validation logic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8463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Manual error handling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1B1F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9202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React Hook Form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7960" y="2377440"/>
            <a:ext cx="4800600" cy="914400"/>
          </a:xfrm>
          <a:prstGeom prst="roundRect">
            <a:avLst>
              <a:gd name="adj" fmla="val 9000"/>
            </a:avLst>
          </a:prstGeom>
          <a:solidFill>
            <a:srgbClr val="10131F"/>
          </a:solidFill>
          <a:ln w="12700">
            <a:solidFill>
              <a:srgbClr val="2A2F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793992" y="25786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{...register("name")} /&gt;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4747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hook for the whole form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9319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manual onChange wiring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89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Declarative validation rules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8463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Built-in error objects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Picture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makes form handling easier by combining these steps into one smooth flow.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242A4C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278892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useForm()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49424" y="3232404"/>
            <a:ext cx="109728" cy="164592"/>
          </a:xfrm>
          <a:prstGeom prst="rightArrow">
            <a:avLst/>
          </a:prstGeom>
          <a:solidFill>
            <a:srgbClr val="61DAFB"/>
          </a:solidFill>
          <a:ln/>
        </p:spPr>
      </p:sp>
      <p:sp>
        <p:nvSpPr>
          <p:cNvPr id="8" name="Shape 6"/>
          <p:cNvSpPr/>
          <p:nvPr/>
        </p:nvSpPr>
        <p:spPr>
          <a:xfrm>
            <a:off x="2368296" y="278892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242A4C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41448" y="278892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69080" y="3232404"/>
            <a:ext cx="109728" cy="164592"/>
          </a:xfrm>
          <a:prstGeom prst="rightArrow">
            <a:avLst/>
          </a:prstGeom>
          <a:solidFill>
            <a:srgbClr val="61DAFB"/>
          </a:solidFill>
          <a:ln/>
        </p:spPr>
      </p:sp>
      <p:sp>
        <p:nvSpPr>
          <p:cNvPr id="11" name="Shape 9"/>
          <p:cNvSpPr/>
          <p:nvPr/>
        </p:nvSpPr>
        <p:spPr>
          <a:xfrm>
            <a:off x="4187952" y="278892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242A4C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61104" y="278892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88736" y="3232404"/>
            <a:ext cx="109728" cy="164592"/>
          </a:xfrm>
          <a:prstGeom prst="rightArrow">
            <a:avLst/>
          </a:prstGeom>
          <a:solidFill>
            <a:srgbClr val="61DAFB"/>
          </a:solidFill>
          <a:ln/>
        </p:spPr>
      </p:sp>
      <p:sp>
        <p:nvSpPr>
          <p:cNvPr id="14" name="Shape 12"/>
          <p:cNvSpPr/>
          <p:nvPr/>
        </p:nvSpPr>
        <p:spPr>
          <a:xfrm>
            <a:off x="6007608" y="278892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242A4C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80760" y="278892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08392" y="3232404"/>
            <a:ext cx="109728" cy="164592"/>
          </a:xfrm>
          <a:prstGeom prst="rightArrow">
            <a:avLst/>
          </a:prstGeom>
          <a:solidFill>
            <a:srgbClr val="61D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278892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242A4C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00416" y="278892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handleSubmit()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528048" y="3232404"/>
            <a:ext cx="109728" cy="164592"/>
          </a:xfrm>
          <a:prstGeom prst="rightArrow">
            <a:avLst/>
          </a:prstGeom>
          <a:solidFill>
            <a:srgbClr val="61DAFB"/>
          </a:solidFill>
          <a:ln/>
        </p:spPr>
      </p:sp>
      <p:sp>
        <p:nvSpPr>
          <p:cNvPr id="20" name="Shape 18"/>
          <p:cNvSpPr/>
          <p:nvPr/>
        </p:nvSpPr>
        <p:spPr>
          <a:xfrm>
            <a:off x="9646920" y="278892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20072" y="278892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Data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274320" cy="27432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28853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useForm() creates the form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4910328"/>
            <a:ext cx="274320" cy="27432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4910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48554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register() connects every input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5477256"/>
            <a:ext cx="274320" cy="27432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5477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5422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validate as the user types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309360" y="4343400"/>
            <a:ext cx="274320" cy="27432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09360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720840" y="428853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surfaces readable messages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309360" y="4910328"/>
            <a:ext cx="274320" cy="27432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309360" y="4910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720840" y="48554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handleSubmit() gates a clean submit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Student Registration Form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what you've learned: build a form with the fields and validation rules below.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6400800" cy="402336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6 characters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Terms &amp; Conditions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2194560"/>
            <a:ext cx="4389120" cy="4023360"/>
          </a:xfrm>
          <a:prstGeom prst="roundRect">
            <a:avLst>
              <a:gd name="adj" fmla="val 2273"/>
            </a:avLst>
          </a:prstGeom>
          <a:solidFill>
            <a:srgbClr val="F4F6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9808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7889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appropriate error message for each field when validation fails — use errors.&lt;fieldName&gt;.message the same way you did in the registration form example.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98080" y="4389120"/>
            <a:ext cx="3840480" cy="1600200"/>
          </a:xfrm>
          <a:prstGeom prst="roundRect">
            <a:avLst>
              <a:gd name="adj" fmla="val 5143"/>
            </a:avLst>
          </a:prstGeom>
          <a:solidFill>
            <a:srgbClr val="10131F"/>
          </a:solidFill>
          <a:ln w="12700">
            <a:solidFill>
              <a:srgbClr val="2A2F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54112" y="4590288"/>
            <a:ext cx="33284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{errors.age &amp;&amp; (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{errors.age.message}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&lt;/p&gt;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7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1254</Words>
  <Application>Microsoft Office PowerPoint</Application>
  <PresentationFormat>Widescreen</PresentationFormat>
  <Paragraphs>319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1</cp:revision>
  <dcterms:created xsi:type="dcterms:W3CDTF">2026-09-08T09:01:19Z</dcterms:created>
  <dcterms:modified xsi:type="dcterms:W3CDTF">2026-09-09T10:48:07Z</dcterms:modified>
</cp:coreProperties>
</file>